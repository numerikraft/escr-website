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kzidenz-Grotesk" panose="020B0604020202020204" charset="0"/>
      <p:regular r:id="rId11"/>
    </p:embeddedFont>
    <p:embeddedFont>
      <p:font typeface="Akzidenz-Grotesk Medium" panose="020B0604020202020204" charset="0"/>
      <p:regular r:id="rId12"/>
    </p:embeddedFont>
    <p:embeddedFont>
      <p:font typeface="Libre Franklin" pitchFamily="2" charset="0"/>
      <p:regular r:id="rId13"/>
      <p:bold r:id="rId14"/>
    </p:embeddedFont>
    <p:embeddedFont>
      <p:font typeface="Libre Franklin Bold" charset="0"/>
      <p:regular r:id="rId15"/>
    </p:embeddedFont>
    <p:embeddedFont>
      <p:font typeface="Libre Franklin Medium" pitchFamily="2" charset="0"/>
      <p:regular r:id="rId16"/>
    </p:embeddedFont>
    <p:embeddedFont>
      <p:font typeface="Libre Franklin Semi-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8BBF"/>
    <a:srgbClr val="7F21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75" autoAdjust="0"/>
    <p:restoredTop sz="94622" autoAdjust="0"/>
  </p:normalViewPr>
  <p:slideViewPr>
    <p:cSldViewPr>
      <p:cViewPr varScale="1">
        <p:scale>
          <a:sx n="37" d="100"/>
          <a:sy n="37" d="100"/>
        </p:scale>
        <p:origin x="852" y="3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8.sv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7F2191">
                <a:alpha val="100000"/>
              </a:srgbClr>
            </a:gs>
            <a:gs pos="100000">
              <a:srgbClr val="4C005A">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TextBox 3"/>
          <p:cNvSpPr txBox="1"/>
          <p:nvPr/>
        </p:nvSpPr>
        <p:spPr>
          <a:xfrm>
            <a:off x="1185750" y="7362129"/>
            <a:ext cx="9600941" cy="481330"/>
          </a:xfrm>
          <a:prstGeom prst="rect">
            <a:avLst/>
          </a:prstGeom>
        </p:spPr>
        <p:txBody>
          <a:bodyPr lIns="0" tIns="0" rIns="0" bIns="0" rtlCol="0" anchor="t">
            <a:spAutoFit/>
          </a:bodyPr>
          <a:lstStyle/>
          <a:p>
            <a:pPr marL="0" lvl="0" indent="0" algn="l">
              <a:lnSpc>
                <a:spcPts val="3919"/>
              </a:lnSpc>
            </a:pPr>
            <a:r>
              <a:rPr lang="en-US" sz="2799" spc="25" dirty="0" err="1">
                <a:solidFill>
                  <a:srgbClr val="FFFFFF"/>
                </a:solidFill>
                <a:latin typeface="Libre Franklin"/>
                <a:ea typeface="Libre Franklin"/>
                <a:cs typeface="Libre Franklin"/>
                <a:sym typeface="Libre Franklin"/>
              </a:rPr>
              <a:t>Aj</a:t>
            </a:r>
            <a:r>
              <a:rPr lang="en-US" sz="2799" u="none" strike="noStrike" spc="25" dirty="0" err="1">
                <a:solidFill>
                  <a:srgbClr val="FFFFFF"/>
                </a:solidFill>
                <a:latin typeface="Libre Franklin"/>
                <a:ea typeface="Libre Franklin"/>
                <a:cs typeface="Libre Franklin"/>
                <a:sym typeface="Libre Franklin"/>
              </a:rPr>
              <a:t>outer</a:t>
            </a:r>
            <a:r>
              <a:rPr lang="en-US" sz="2799" u="none" strike="noStrike" spc="25" dirty="0">
                <a:solidFill>
                  <a:srgbClr val="FFFFFF"/>
                </a:solidFill>
                <a:latin typeface="Libre Franklin"/>
                <a:ea typeface="Libre Franklin"/>
                <a:cs typeface="Libre Franklin"/>
                <a:sym typeface="Libre Franklin"/>
              </a:rPr>
              <a:t> un sous-</a:t>
            </a:r>
            <a:r>
              <a:rPr lang="en-US" sz="2799" u="none" strike="noStrike" spc="25" dirty="0" err="1">
                <a:solidFill>
                  <a:srgbClr val="FFFFFF"/>
                </a:solidFill>
                <a:latin typeface="Libre Franklin"/>
                <a:ea typeface="Libre Franklin"/>
                <a:cs typeface="Libre Franklin"/>
                <a:sym typeface="Libre Franklin"/>
              </a:rPr>
              <a:t>titre</a:t>
            </a:r>
            <a:endParaRPr lang="en-US" sz="2799" u="none" strike="noStrike" spc="25" dirty="0">
              <a:solidFill>
                <a:srgbClr val="FFFFFF"/>
              </a:solidFill>
              <a:latin typeface="Libre Franklin"/>
              <a:ea typeface="Libre Franklin"/>
              <a:cs typeface="Libre Franklin"/>
              <a:sym typeface="Libre Franklin"/>
            </a:endParaRPr>
          </a:p>
        </p:txBody>
      </p:sp>
      <p:sp>
        <p:nvSpPr>
          <p:cNvPr id="4" name="TextBox 4"/>
          <p:cNvSpPr txBox="1"/>
          <p:nvPr/>
        </p:nvSpPr>
        <p:spPr>
          <a:xfrm>
            <a:off x="1185750" y="3169046"/>
            <a:ext cx="8209133" cy="3172714"/>
          </a:xfrm>
          <a:prstGeom prst="rect">
            <a:avLst/>
          </a:prstGeom>
        </p:spPr>
        <p:txBody>
          <a:bodyPr lIns="0" tIns="0" rIns="0" bIns="0" rtlCol="0" anchor="t">
            <a:spAutoFit/>
          </a:bodyPr>
          <a:lstStyle/>
          <a:p>
            <a:pPr algn="just">
              <a:lnSpc>
                <a:spcPts val="11648"/>
              </a:lnSpc>
            </a:pPr>
            <a:r>
              <a:rPr lang="en-US" sz="10400" dirty="0" err="1">
                <a:solidFill>
                  <a:srgbClr val="FFFFFF"/>
                </a:solidFill>
                <a:latin typeface="Akzidenz-Grotesk"/>
                <a:ea typeface="Akzidenz-Grotesk"/>
                <a:cs typeface="Akzidenz-Grotesk"/>
                <a:sym typeface="Akzidenz-Grotesk"/>
              </a:rPr>
              <a:t>Ajouter</a:t>
            </a:r>
            <a:r>
              <a:rPr lang="en-US" sz="10400" dirty="0">
                <a:solidFill>
                  <a:srgbClr val="FFFFFF"/>
                </a:solidFill>
                <a:latin typeface="Akzidenz-Grotesk"/>
                <a:ea typeface="Akzidenz-Grotesk"/>
                <a:cs typeface="Akzidenz-Grotesk"/>
                <a:sym typeface="Akzidenz-Grotesk"/>
              </a:rPr>
              <a:t> </a:t>
            </a:r>
          </a:p>
          <a:p>
            <a:pPr algn="just">
              <a:lnSpc>
                <a:spcPts val="11648"/>
              </a:lnSpc>
            </a:pPr>
            <a:r>
              <a:rPr lang="en-US" sz="10400" dirty="0">
                <a:solidFill>
                  <a:srgbClr val="FFFFFF"/>
                </a:solidFill>
                <a:latin typeface="Akzidenz-Grotesk"/>
                <a:ea typeface="Akzidenz-Grotesk"/>
                <a:cs typeface="Akzidenz-Grotesk"/>
                <a:sym typeface="Akzidenz-Grotesk"/>
              </a:rPr>
              <a:t>un </a:t>
            </a:r>
            <a:r>
              <a:rPr lang="en-US" sz="10400" dirty="0" err="1">
                <a:solidFill>
                  <a:srgbClr val="FFFFFF"/>
                </a:solidFill>
                <a:latin typeface="Akzidenz-Grotesk"/>
                <a:ea typeface="Akzidenz-Grotesk"/>
                <a:cs typeface="Akzidenz-Grotesk"/>
                <a:sym typeface="Akzidenz-Grotesk"/>
              </a:rPr>
              <a:t>titre</a:t>
            </a:r>
            <a:endParaRPr lang="en-US" sz="10400" dirty="0">
              <a:solidFill>
                <a:srgbClr val="FFFFFF"/>
              </a:solidFill>
              <a:latin typeface="Akzidenz-Grotesk"/>
              <a:ea typeface="Akzidenz-Grotesk"/>
              <a:cs typeface="Akzidenz-Grotesk"/>
              <a:sym typeface="Akzidenz-Grotesk"/>
            </a:endParaRPr>
          </a:p>
        </p:txBody>
      </p:sp>
      <p:sp>
        <p:nvSpPr>
          <p:cNvPr id="18" name="TextBox 18"/>
          <p:cNvSpPr txBox="1"/>
          <p:nvPr/>
        </p:nvSpPr>
        <p:spPr>
          <a:xfrm>
            <a:off x="1185750" y="9061132"/>
            <a:ext cx="5314691" cy="356235"/>
          </a:xfrm>
          <a:prstGeom prst="rect">
            <a:avLst/>
          </a:prstGeom>
        </p:spPr>
        <p:txBody>
          <a:bodyPr lIns="0" tIns="0" rIns="0" bIns="0" rtlCol="0" anchor="t">
            <a:spAutoFit/>
          </a:bodyPr>
          <a:lstStyle/>
          <a:p>
            <a:pPr marL="0" lvl="0" indent="0" algn="l">
              <a:lnSpc>
                <a:spcPts val="2940"/>
              </a:lnSpc>
            </a:pPr>
            <a:r>
              <a:rPr lang="en-US" sz="2100" b="1" u="sng" spc="18" dirty="0" err="1">
                <a:solidFill>
                  <a:srgbClr val="FFF7F2"/>
                </a:solidFill>
                <a:latin typeface="Libre Franklin Medium"/>
                <a:ea typeface="Libre Franklin Medium"/>
                <a:cs typeface="Libre Franklin Medium"/>
                <a:sym typeface="Libre Franklin Medium"/>
              </a:rPr>
              <a:t>Présenter</a:t>
            </a:r>
            <a:r>
              <a:rPr lang="en-US" sz="2100" b="1" u="sng" spc="18" dirty="0">
                <a:solidFill>
                  <a:srgbClr val="FFF7F2"/>
                </a:solidFill>
                <a:latin typeface="Libre Franklin Medium"/>
                <a:ea typeface="Libre Franklin Medium"/>
                <a:cs typeface="Libre Franklin Medium"/>
                <a:sym typeface="Libre Franklin Medium"/>
              </a:rPr>
              <a:t> par :</a:t>
            </a:r>
            <a:r>
              <a:rPr lang="en-US" sz="2100" spc="18" dirty="0">
                <a:solidFill>
                  <a:srgbClr val="FFF7F2"/>
                </a:solidFill>
                <a:latin typeface="Libre Franklin"/>
                <a:ea typeface="Libre Franklin"/>
                <a:cs typeface="Libre Franklin"/>
                <a:sym typeface="Libre Franklin"/>
              </a:rPr>
              <a:t> azerty </a:t>
            </a:r>
            <a:r>
              <a:rPr lang="en-US" sz="2100" spc="18" dirty="0" err="1">
                <a:solidFill>
                  <a:srgbClr val="FFF7F2"/>
                </a:solidFill>
                <a:latin typeface="Libre Franklin"/>
                <a:ea typeface="Libre Franklin"/>
                <a:cs typeface="Libre Franklin"/>
                <a:sym typeface="Libre Franklin"/>
              </a:rPr>
              <a:t>uiop</a:t>
            </a:r>
            <a:endParaRPr lang="en-US" sz="2100" spc="18" dirty="0">
              <a:solidFill>
                <a:srgbClr val="FFF7F2"/>
              </a:solidFill>
              <a:latin typeface="Libre Franklin"/>
              <a:ea typeface="Libre Franklin"/>
              <a:cs typeface="Libre Franklin"/>
              <a:sym typeface="Libre Franklin"/>
            </a:endParaRPr>
          </a:p>
        </p:txBody>
      </p:sp>
      <p:grpSp>
        <p:nvGrpSpPr>
          <p:cNvPr id="23" name="Groupe 22">
            <a:extLst>
              <a:ext uri="{FF2B5EF4-FFF2-40B4-BE49-F238E27FC236}">
                <a16:creationId xmlns:a16="http://schemas.microsoft.com/office/drawing/2014/main" id="{5A1D6A62-72BD-DE42-1D1B-A82A3A85BDE6}"/>
              </a:ext>
            </a:extLst>
          </p:cNvPr>
          <p:cNvGrpSpPr/>
          <p:nvPr/>
        </p:nvGrpSpPr>
        <p:grpSpPr>
          <a:xfrm>
            <a:off x="1185750" y="6737719"/>
            <a:ext cx="811960" cy="228450"/>
            <a:chOff x="2245047" y="3610277"/>
            <a:chExt cx="717001" cy="184849"/>
          </a:xfrm>
          <a:solidFill>
            <a:srgbClr val="B78BBF"/>
          </a:solidFill>
        </p:grpSpPr>
        <p:sp>
          <p:nvSpPr>
            <p:cNvPr id="24" name="Rectangle : coins arrondis 23">
              <a:extLst>
                <a:ext uri="{FF2B5EF4-FFF2-40B4-BE49-F238E27FC236}">
                  <a16:creationId xmlns:a16="http://schemas.microsoft.com/office/drawing/2014/main" id="{AF6557FF-E524-E836-6B06-4EC146803D34}"/>
                </a:ext>
              </a:extLst>
            </p:cNvPr>
            <p:cNvSpPr/>
            <p:nvPr/>
          </p:nvSpPr>
          <p:spPr>
            <a:xfrm>
              <a:off x="2245047" y="3613198"/>
              <a:ext cx="181697" cy="18192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F966C5C3-86C1-1183-9C28-D6183E11E3FD}"/>
                </a:ext>
              </a:extLst>
            </p:cNvPr>
            <p:cNvSpPr/>
            <p:nvPr/>
          </p:nvSpPr>
          <p:spPr>
            <a:xfrm>
              <a:off x="2512699" y="3610817"/>
              <a:ext cx="181697" cy="18192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886F5E15-AFB7-14ED-8522-92C6965695BC}"/>
                </a:ext>
              </a:extLst>
            </p:cNvPr>
            <p:cNvSpPr/>
            <p:nvPr/>
          </p:nvSpPr>
          <p:spPr>
            <a:xfrm>
              <a:off x="2780351" y="3610277"/>
              <a:ext cx="181697" cy="18192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9" name="Graphique 8">
            <a:extLst>
              <a:ext uri="{FF2B5EF4-FFF2-40B4-BE49-F238E27FC236}">
                <a16:creationId xmlns:a16="http://schemas.microsoft.com/office/drawing/2014/main" id="{28A6B021-BC44-BF35-50EA-83F67802B7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87200" y="1104900"/>
            <a:ext cx="5487739" cy="1392949"/>
          </a:xfrm>
          <a:prstGeom prst="rect">
            <a:avLst/>
          </a:prstGeom>
        </p:spPr>
      </p:pic>
      <p:pic>
        <p:nvPicPr>
          <p:cNvPr id="11" name="Graphique 10">
            <a:extLst>
              <a:ext uri="{FF2B5EF4-FFF2-40B4-BE49-F238E27FC236}">
                <a16:creationId xmlns:a16="http://schemas.microsoft.com/office/drawing/2014/main" id="{3AB2CC07-3223-2F64-2812-FBBFC7459A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58286">
            <a:off x="15360386" y="7036116"/>
            <a:ext cx="4762500" cy="4762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Graphique 56">
            <a:extLst>
              <a:ext uri="{FF2B5EF4-FFF2-40B4-BE49-F238E27FC236}">
                <a16:creationId xmlns:a16="http://schemas.microsoft.com/office/drawing/2014/main" id="{48EF8D4A-0951-7169-E113-AF6BA5AACE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8636134">
            <a:off x="16482951" y="-1041650"/>
            <a:ext cx="2730472" cy="2730472"/>
          </a:xfrm>
          <a:prstGeom prst="rect">
            <a:avLst/>
          </a:prstGeom>
        </p:spPr>
      </p:pic>
      <p:grpSp>
        <p:nvGrpSpPr>
          <p:cNvPr id="2" name="Group 2"/>
          <p:cNvGrpSpPr/>
          <p:nvPr/>
        </p:nvGrpSpPr>
        <p:grpSpPr>
          <a:xfrm>
            <a:off x="15887036" y="2243130"/>
            <a:ext cx="562459" cy="562459"/>
            <a:chOff x="0" y="0"/>
            <a:chExt cx="812800" cy="812800"/>
          </a:xfrm>
        </p:grpSpPr>
        <p:sp>
          <p:nvSpPr>
            <p:cNvPr id="3" name="Freeform 3"/>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5" name="TextBox 5"/>
          <p:cNvSpPr txBox="1"/>
          <p:nvPr/>
        </p:nvSpPr>
        <p:spPr>
          <a:xfrm>
            <a:off x="8543647" y="2476734"/>
            <a:ext cx="1301620" cy="405764"/>
          </a:xfrm>
          <a:prstGeom prst="rect">
            <a:avLst/>
          </a:prstGeom>
        </p:spPr>
        <p:txBody>
          <a:bodyPr lIns="0" tIns="0" rIns="0" bIns="0" rtlCol="0" anchor="t">
            <a:spAutoFit/>
          </a:bodyPr>
          <a:lstStyle/>
          <a:p>
            <a:pPr algn="just">
              <a:lnSpc>
                <a:spcPts val="3360"/>
              </a:lnSpc>
            </a:pPr>
            <a:r>
              <a:rPr lang="en-US" sz="2400" b="1" dirty="0" err="1">
                <a:solidFill>
                  <a:srgbClr val="50298E"/>
                </a:solidFill>
                <a:latin typeface="Libre Franklin Medium"/>
                <a:ea typeface="Libre Franklin Medium"/>
                <a:cs typeface="Libre Franklin Medium"/>
                <a:sym typeface="Libre Franklin Medium"/>
              </a:rPr>
              <a:t>Partie</a:t>
            </a:r>
            <a:r>
              <a:rPr lang="en-US" sz="2400" b="1" dirty="0">
                <a:solidFill>
                  <a:srgbClr val="50298E"/>
                </a:solidFill>
                <a:latin typeface="Libre Franklin Medium"/>
                <a:ea typeface="Libre Franklin Medium"/>
                <a:cs typeface="Libre Franklin Medium"/>
                <a:sym typeface="Libre Franklin Medium"/>
              </a:rPr>
              <a:t> 01</a:t>
            </a:r>
          </a:p>
        </p:txBody>
      </p:sp>
      <p:sp>
        <p:nvSpPr>
          <p:cNvPr id="6" name="TextBox 6"/>
          <p:cNvSpPr txBox="1"/>
          <p:nvPr/>
        </p:nvSpPr>
        <p:spPr>
          <a:xfrm>
            <a:off x="15917385" y="2343412"/>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03</a:t>
            </a:r>
          </a:p>
        </p:txBody>
      </p:sp>
      <p:grpSp>
        <p:nvGrpSpPr>
          <p:cNvPr id="7" name="Group 7"/>
          <p:cNvGrpSpPr/>
          <p:nvPr/>
        </p:nvGrpSpPr>
        <p:grpSpPr>
          <a:xfrm>
            <a:off x="15887036" y="3096569"/>
            <a:ext cx="562459" cy="562459"/>
            <a:chOff x="0" y="0"/>
            <a:chExt cx="812800" cy="812800"/>
          </a:xfrm>
        </p:grpSpPr>
        <p:sp>
          <p:nvSpPr>
            <p:cNvPr id="8" name="Freeform 8"/>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9" name="TextBox 9"/>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10" name="TextBox 10"/>
          <p:cNvSpPr txBox="1"/>
          <p:nvPr/>
        </p:nvSpPr>
        <p:spPr>
          <a:xfrm>
            <a:off x="8534122" y="3330174"/>
            <a:ext cx="3354864" cy="405764"/>
          </a:xfrm>
          <a:prstGeom prst="rect">
            <a:avLst/>
          </a:prstGeom>
        </p:spPr>
        <p:txBody>
          <a:bodyPr lIns="0" tIns="0" rIns="0" bIns="0" rtlCol="0" anchor="t">
            <a:spAutoFit/>
          </a:bodyPr>
          <a:lstStyle/>
          <a:p>
            <a:pPr algn="just">
              <a:lnSpc>
                <a:spcPts val="3360"/>
              </a:lnSpc>
            </a:pPr>
            <a:r>
              <a:rPr lang="en-US" sz="2400" b="1">
                <a:solidFill>
                  <a:srgbClr val="50298E"/>
                </a:solidFill>
                <a:latin typeface="Libre Franklin Medium"/>
                <a:ea typeface="Libre Franklin Medium"/>
                <a:cs typeface="Libre Franklin Medium"/>
                <a:sym typeface="Libre Franklin Medium"/>
              </a:rPr>
              <a:t>Partie 02</a:t>
            </a:r>
          </a:p>
        </p:txBody>
      </p:sp>
      <p:sp>
        <p:nvSpPr>
          <p:cNvPr id="11" name="TextBox 11"/>
          <p:cNvSpPr txBox="1"/>
          <p:nvPr/>
        </p:nvSpPr>
        <p:spPr>
          <a:xfrm>
            <a:off x="15917385" y="3196114"/>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04</a:t>
            </a:r>
          </a:p>
        </p:txBody>
      </p:sp>
      <p:grpSp>
        <p:nvGrpSpPr>
          <p:cNvPr id="12" name="Group 12"/>
          <p:cNvGrpSpPr/>
          <p:nvPr/>
        </p:nvGrpSpPr>
        <p:grpSpPr>
          <a:xfrm>
            <a:off x="15887036" y="3950009"/>
            <a:ext cx="562459" cy="562459"/>
            <a:chOff x="0" y="0"/>
            <a:chExt cx="812800" cy="812800"/>
          </a:xfrm>
        </p:grpSpPr>
        <p:sp>
          <p:nvSpPr>
            <p:cNvPr id="13" name="Freeform 13"/>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14" name="TextBox 14"/>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15" name="TextBox 15"/>
          <p:cNvSpPr txBox="1"/>
          <p:nvPr/>
        </p:nvSpPr>
        <p:spPr>
          <a:xfrm>
            <a:off x="8534122" y="4183613"/>
            <a:ext cx="1945322" cy="405764"/>
          </a:xfrm>
          <a:prstGeom prst="rect">
            <a:avLst/>
          </a:prstGeom>
        </p:spPr>
        <p:txBody>
          <a:bodyPr lIns="0" tIns="0" rIns="0" bIns="0" rtlCol="0" anchor="t">
            <a:spAutoFit/>
          </a:bodyPr>
          <a:lstStyle/>
          <a:p>
            <a:pPr algn="just">
              <a:lnSpc>
                <a:spcPts val="3360"/>
              </a:lnSpc>
            </a:pPr>
            <a:r>
              <a:rPr lang="en-US" sz="2400" b="1">
                <a:solidFill>
                  <a:srgbClr val="50298E"/>
                </a:solidFill>
                <a:latin typeface="Libre Franklin Medium"/>
                <a:ea typeface="Libre Franklin Medium"/>
                <a:cs typeface="Libre Franklin Medium"/>
                <a:sym typeface="Libre Franklin Medium"/>
              </a:rPr>
              <a:t>Partie 03</a:t>
            </a:r>
          </a:p>
        </p:txBody>
      </p:sp>
      <p:sp>
        <p:nvSpPr>
          <p:cNvPr id="16" name="TextBox 16"/>
          <p:cNvSpPr txBox="1"/>
          <p:nvPr/>
        </p:nvSpPr>
        <p:spPr>
          <a:xfrm>
            <a:off x="15917385" y="4044948"/>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05</a:t>
            </a:r>
          </a:p>
        </p:txBody>
      </p:sp>
      <p:grpSp>
        <p:nvGrpSpPr>
          <p:cNvPr id="17" name="Group 17"/>
          <p:cNvGrpSpPr/>
          <p:nvPr/>
        </p:nvGrpSpPr>
        <p:grpSpPr>
          <a:xfrm>
            <a:off x="15887036" y="4803448"/>
            <a:ext cx="562459" cy="562459"/>
            <a:chOff x="0" y="0"/>
            <a:chExt cx="812800" cy="812800"/>
          </a:xfrm>
        </p:grpSpPr>
        <p:sp>
          <p:nvSpPr>
            <p:cNvPr id="18" name="Freeform 18"/>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19" name="TextBox 19"/>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20" name="TextBox 20"/>
          <p:cNvSpPr txBox="1"/>
          <p:nvPr/>
        </p:nvSpPr>
        <p:spPr>
          <a:xfrm>
            <a:off x="9080621" y="5069358"/>
            <a:ext cx="2188329" cy="356235"/>
          </a:xfrm>
          <a:prstGeom prst="rect">
            <a:avLst/>
          </a:prstGeom>
        </p:spPr>
        <p:txBody>
          <a:bodyPr lIns="0" tIns="0" rIns="0" bIns="0" rtlCol="0" anchor="t">
            <a:spAutoFit/>
          </a:bodyPr>
          <a:lstStyle/>
          <a:p>
            <a:pPr algn="r">
              <a:lnSpc>
                <a:spcPts val="2940"/>
              </a:lnSpc>
            </a:pPr>
            <a:r>
              <a:rPr lang="en-US" sz="2100">
                <a:solidFill>
                  <a:srgbClr val="50298E"/>
                </a:solidFill>
                <a:latin typeface="Libre Franklin"/>
                <a:ea typeface="Libre Franklin"/>
                <a:cs typeface="Libre Franklin"/>
                <a:sym typeface="Libre Franklin"/>
              </a:rPr>
              <a:t>Sous-partie 01</a:t>
            </a:r>
          </a:p>
        </p:txBody>
      </p:sp>
      <p:sp>
        <p:nvSpPr>
          <p:cNvPr id="21" name="TextBox 21"/>
          <p:cNvSpPr txBox="1"/>
          <p:nvPr/>
        </p:nvSpPr>
        <p:spPr>
          <a:xfrm>
            <a:off x="15917385" y="4893781"/>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06</a:t>
            </a:r>
          </a:p>
        </p:txBody>
      </p:sp>
      <p:grpSp>
        <p:nvGrpSpPr>
          <p:cNvPr id="22" name="Group 22"/>
          <p:cNvGrpSpPr/>
          <p:nvPr/>
        </p:nvGrpSpPr>
        <p:grpSpPr>
          <a:xfrm>
            <a:off x="15887036" y="5671643"/>
            <a:ext cx="562459" cy="562459"/>
            <a:chOff x="0" y="0"/>
            <a:chExt cx="812800" cy="812800"/>
          </a:xfrm>
        </p:grpSpPr>
        <p:sp>
          <p:nvSpPr>
            <p:cNvPr id="23" name="Freeform 23"/>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24" name="TextBox 24"/>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25" name="TextBox 25"/>
          <p:cNvSpPr txBox="1"/>
          <p:nvPr/>
        </p:nvSpPr>
        <p:spPr>
          <a:xfrm>
            <a:off x="9105984" y="5877867"/>
            <a:ext cx="2162966" cy="356235"/>
          </a:xfrm>
          <a:prstGeom prst="rect">
            <a:avLst/>
          </a:prstGeom>
        </p:spPr>
        <p:txBody>
          <a:bodyPr lIns="0" tIns="0" rIns="0" bIns="0" rtlCol="0" anchor="t">
            <a:spAutoFit/>
          </a:bodyPr>
          <a:lstStyle/>
          <a:p>
            <a:pPr algn="r">
              <a:lnSpc>
                <a:spcPts val="2940"/>
              </a:lnSpc>
            </a:pPr>
            <a:r>
              <a:rPr lang="en-US" sz="2100">
                <a:solidFill>
                  <a:srgbClr val="50298E"/>
                </a:solidFill>
                <a:latin typeface="Libre Franklin"/>
                <a:ea typeface="Libre Franklin"/>
                <a:cs typeface="Libre Franklin"/>
                <a:sym typeface="Libre Franklin"/>
              </a:rPr>
              <a:t>Sous-partie 02</a:t>
            </a:r>
          </a:p>
        </p:txBody>
      </p:sp>
      <p:sp>
        <p:nvSpPr>
          <p:cNvPr id="26" name="TextBox 26"/>
          <p:cNvSpPr txBox="1"/>
          <p:nvPr/>
        </p:nvSpPr>
        <p:spPr>
          <a:xfrm>
            <a:off x="15917385" y="5757370"/>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07</a:t>
            </a:r>
          </a:p>
        </p:txBody>
      </p:sp>
      <p:grpSp>
        <p:nvGrpSpPr>
          <p:cNvPr id="27" name="Group 27"/>
          <p:cNvGrpSpPr/>
          <p:nvPr/>
        </p:nvGrpSpPr>
        <p:grpSpPr>
          <a:xfrm>
            <a:off x="15887036" y="6510327"/>
            <a:ext cx="562459" cy="562459"/>
            <a:chOff x="0" y="0"/>
            <a:chExt cx="812800" cy="812800"/>
          </a:xfrm>
        </p:grpSpPr>
        <p:sp>
          <p:nvSpPr>
            <p:cNvPr id="28" name="Freeform 28"/>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29" name="TextBox 29"/>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30" name="TextBox 30"/>
          <p:cNvSpPr txBox="1"/>
          <p:nvPr/>
        </p:nvSpPr>
        <p:spPr>
          <a:xfrm>
            <a:off x="9094709" y="6735004"/>
            <a:ext cx="2174240" cy="356235"/>
          </a:xfrm>
          <a:prstGeom prst="rect">
            <a:avLst/>
          </a:prstGeom>
        </p:spPr>
        <p:txBody>
          <a:bodyPr lIns="0" tIns="0" rIns="0" bIns="0" rtlCol="0" anchor="t">
            <a:spAutoFit/>
          </a:bodyPr>
          <a:lstStyle/>
          <a:p>
            <a:pPr algn="r">
              <a:lnSpc>
                <a:spcPts val="2940"/>
              </a:lnSpc>
            </a:pPr>
            <a:r>
              <a:rPr lang="en-US" sz="2100">
                <a:solidFill>
                  <a:srgbClr val="50298E"/>
                </a:solidFill>
                <a:latin typeface="Libre Franklin"/>
                <a:ea typeface="Libre Franklin"/>
                <a:cs typeface="Libre Franklin"/>
                <a:sym typeface="Libre Franklin"/>
              </a:rPr>
              <a:t>Sous-partie 03</a:t>
            </a:r>
          </a:p>
        </p:txBody>
      </p:sp>
      <p:sp>
        <p:nvSpPr>
          <p:cNvPr id="31" name="TextBox 31"/>
          <p:cNvSpPr txBox="1"/>
          <p:nvPr/>
        </p:nvSpPr>
        <p:spPr>
          <a:xfrm>
            <a:off x="15917385" y="6600347"/>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08</a:t>
            </a:r>
          </a:p>
        </p:txBody>
      </p:sp>
      <p:grpSp>
        <p:nvGrpSpPr>
          <p:cNvPr id="32" name="Group 32"/>
          <p:cNvGrpSpPr/>
          <p:nvPr/>
        </p:nvGrpSpPr>
        <p:grpSpPr>
          <a:xfrm>
            <a:off x="15887036" y="7363767"/>
            <a:ext cx="562459" cy="562459"/>
            <a:chOff x="0" y="0"/>
            <a:chExt cx="812800" cy="812800"/>
          </a:xfrm>
        </p:grpSpPr>
        <p:sp>
          <p:nvSpPr>
            <p:cNvPr id="33" name="Freeform 33"/>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34" name="TextBox 34"/>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35" name="TextBox 35"/>
          <p:cNvSpPr txBox="1"/>
          <p:nvPr/>
        </p:nvSpPr>
        <p:spPr>
          <a:xfrm>
            <a:off x="8471635" y="7597371"/>
            <a:ext cx="1373632" cy="405764"/>
          </a:xfrm>
          <a:prstGeom prst="rect">
            <a:avLst/>
          </a:prstGeom>
        </p:spPr>
        <p:txBody>
          <a:bodyPr lIns="0" tIns="0" rIns="0" bIns="0" rtlCol="0" anchor="t">
            <a:spAutoFit/>
          </a:bodyPr>
          <a:lstStyle/>
          <a:p>
            <a:pPr algn="just">
              <a:lnSpc>
                <a:spcPts val="3360"/>
              </a:lnSpc>
            </a:pPr>
            <a:r>
              <a:rPr lang="en-US" sz="2400" b="1">
                <a:solidFill>
                  <a:srgbClr val="50298E"/>
                </a:solidFill>
                <a:latin typeface="Libre Franklin Medium"/>
                <a:ea typeface="Libre Franklin Medium"/>
                <a:cs typeface="Libre Franklin Medium"/>
                <a:sym typeface="Libre Franklin Medium"/>
              </a:rPr>
              <a:t>Partie 04</a:t>
            </a:r>
          </a:p>
        </p:txBody>
      </p:sp>
      <p:sp>
        <p:nvSpPr>
          <p:cNvPr id="36" name="TextBox 36"/>
          <p:cNvSpPr txBox="1"/>
          <p:nvPr/>
        </p:nvSpPr>
        <p:spPr>
          <a:xfrm>
            <a:off x="15917385" y="7453786"/>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09</a:t>
            </a:r>
          </a:p>
        </p:txBody>
      </p:sp>
      <p:grpSp>
        <p:nvGrpSpPr>
          <p:cNvPr id="37" name="Group 37"/>
          <p:cNvGrpSpPr/>
          <p:nvPr/>
        </p:nvGrpSpPr>
        <p:grpSpPr>
          <a:xfrm>
            <a:off x="15887036" y="8217206"/>
            <a:ext cx="562459" cy="562459"/>
            <a:chOff x="0" y="0"/>
            <a:chExt cx="812800" cy="812800"/>
          </a:xfrm>
        </p:grpSpPr>
        <p:sp>
          <p:nvSpPr>
            <p:cNvPr id="38" name="Freeform 38"/>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7F2191"/>
            </a:solidFill>
          </p:spPr>
          <p:txBody>
            <a:bodyPr/>
            <a:lstStyle/>
            <a:p>
              <a:endParaRPr lang="fr-FR"/>
            </a:p>
          </p:txBody>
        </p:sp>
        <p:sp>
          <p:nvSpPr>
            <p:cNvPr id="39" name="TextBox 39"/>
            <p:cNvSpPr txBox="1"/>
            <p:nvPr/>
          </p:nvSpPr>
          <p:spPr>
            <a:xfrm>
              <a:off x="0" y="-38100"/>
              <a:ext cx="812800" cy="850900"/>
            </a:xfrm>
            <a:prstGeom prst="rect">
              <a:avLst/>
            </a:prstGeom>
          </p:spPr>
          <p:txBody>
            <a:bodyPr lIns="50800" tIns="50800" rIns="50800" bIns="50800" rtlCol="0" anchor="ctr"/>
            <a:lstStyle/>
            <a:p>
              <a:pPr algn="ctr">
                <a:lnSpc>
                  <a:spcPts val="3080"/>
                </a:lnSpc>
              </a:pPr>
              <a:endParaRPr/>
            </a:p>
          </p:txBody>
        </p:sp>
      </p:grpSp>
      <p:sp>
        <p:nvSpPr>
          <p:cNvPr id="40" name="TextBox 40"/>
          <p:cNvSpPr txBox="1"/>
          <p:nvPr/>
        </p:nvSpPr>
        <p:spPr>
          <a:xfrm>
            <a:off x="15917385" y="8307226"/>
            <a:ext cx="501761" cy="372744"/>
          </a:xfrm>
          <a:prstGeom prst="rect">
            <a:avLst/>
          </a:prstGeom>
        </p:spPr>
        <p:txBody>
          <a:bodyPr lIns="0" tIns="0" rIns="0" bIns="0" rtlCol="0" anchor="t">
            <a:spAutoFit/>
          </a:bodyPr>
          <a:lstStyle/>
          <a:p>
            <a:pPr algn="ctr">
              <a:lnSpc>
                <a:spcPts val="3080"/>
              </a:lnSpc>
            </a:pPr>
            <a:r>
              <a:rPr lang="en-US" sz="2200">
                <a:solidFill>
                  <a:srgbClr val="FFFFFF"/>
                </a:solidFill>
                <a:latin typeface="Libre Franklin"/>
                <a:ea typeface="Libre Franklin"/>
                <a:cs typeface="Libre Franklin"/>
                <a:sym typeface="Libre Franklin"/>
              </a:rPr>
              <a:t>10</a:t>
            </a:r>
          </a:p>
        </p:txBody>
      </p:sp>
      <p:sp>
        <p:nvSpPr>
          <p:cNvPr id="41" name="AutoShape 41"/>
          <p:cNvSpPr/>
          <p:nvPr/>
        </p:nvSpPr>
        <p:spPr>
          <a:xfrm flipV="1">
            <a:off x="9930460" y="2781777"/>
            <a:ext cx="5813720" cy="4833"/>
          </a:xfrm>
          <a:prstGeom prst="line">
            <a:avLst/>
          </a:prstGeom>
          <a:ln w="28575" cap="rnd">
            <a:solidFill>
              <a:srgbClr val="3D3B3A"/>
            </a:solidFill>
            <a:prstDash val="sysDot"/>
            <a:headEnd type="none" w="sm" len="sm"/>
            <a:tailEnd type="none" w="sm" len="sm"/>
          </a:ln>
        </p:spPr>
        <p:txBody>
          <a:bodyPr/>
          <a:lstStyle/>
          <a:p>
            <a:endParaRPr lang="fr-FR"/>
          </a:p>
        </p:txBody>
      </p:sp>
      <p:sp>
        <p:nvSpPr>
          <p:cNvPr id="42" name="AutoShape 42"/>
          <p:cNvSpPr/>
          <p:nvPr/>
        </p:nvSpPr>
        <p:spPr>
          <a:xfrm>
            <a:off x="9930460" y="3659028"/>
            <a:ext cx="5813643" cy="157"/>
          </a:xfrm>
          <a:prstGeom prst="line">
            <a:avLst/>
          </a:prstGeom>
          <a:ln w="28575" cap="rnd">
            <a:solidFill>
              <a:srgbClr val="3D3B3A"/>
            </a:solidFill>
            <a:prstDash val="sysDot"/>
            <a:headEnd type="none" w="sm" len="sm"/>
            <a:tailEnd type="none" w="sm" len="sm"/>
          </a:ln>
        </p:spPr>
        <p:txBody>
          <a:bodyPr/>
          <a:lstStyle/>
          <a:p>
            <a:endParaRPr lang="fr-FR"/>
          </a:p>
        </p:txBody>
      </p:sp>
      <p:sp>
        <p:nvSpPr>
          <p:cNvPr id="43" name="AutoShape 43"/>
          <p:cNvSpPr/>
          <p:nvPr/>
        </p:nvSpPr>
        <p:spPr>
          <a:xfrm flipV="1">
            <a:off x="9930460" y="4468767"/>
            <a:ext cx="5813695" cy="2303"/>
          </a:xfrm>
          <a:prstGeom prst="line">
            <a:avLst/>
          </a:prstGeom>
          <a:ln w="28575" cap="rnd">
            <a:solidFill>
              <a:srgbClr val="3D3B3A"/>
            </a:solidFill>
            <a:prstDash val="sysDot"/>
            <a:headEnd type="none" w="sm" len="sm"/>
            <a:tailEnd type="none" w="sm" len="sm"/>
          </a:ln>
        </p:spPr>
        <p:txBody>
          <a:bodyPr/>
          <a:lstStyle/>
          <a:p>
            <a:endParaRPr lang="fr-FR"/>
          </a:p>
        </p:txBody>
      </p:sp>
      <p:sp>
        <p:nvSpPr>
          <p:cNvPr id="44" name="AutoShape 44"/>
          <p:cNvSpPr/>
          <p:nvPr/>
        </p:nvSpPr>
        <p:spPr>
          <a:xfrm>
            <a:off x="11329170" y="5351761"/>
            <a:ext cx="4415022" cy="0"/>
          </a:xfrm>
          <a:prstGeom prst="line">
            <a:avLst/>
          </a:prstGeom>
          <a:ln w="28575" cap="rnd">
            <a:solidFill>
              <a:srgbClr val="3D3B3A"/>
            </a:solidFill>
            <a:prstDash val="sysDot"/>
            <a:headEnd type="none" w="sm" len="sm"/>
            <a:tailEnd type="none" w="sm" len="sm"/>
          </a:ln>
        </p:spPr>
        <p:txBody>
          <a:bodyPr/>
          <a:lstStyle/>
          <a:p>
            <a:endParaRPr lang="fr-FR"/>
          </a:p>
        </p:txBody>
      </p:sp>
      <p:sp>
        <p:nvSpPr>
          <p:cNvPr id="45" name="AutoShape 45"/>
          <p:cNvSpPr/>
          <p:nvPr/>
        </p:nvSpPr>
        <p:spPr>
          <a:xfrm>
            <a:off x="11329096" y="6149999"/>
            <a:ext cx="4415531" cy="0"/>
          </a:xfrm>
          <a:prstGeom prst="line">
            <a:avLst/>
          </a:prstGeom>
          <a:ln w="28575" cap="rnd">
            <a:solidFill>
              <a:srgbClr val="3D3B3A"/>
            </a:solidFill>
            <a:prstDash val="sysDot"/>
            <a:headEnd type="none" w="sm" len="sm"/>
            <a:tailEnd type="none" w="sm" len="sm"/>
          </a:ln>
        </p:spPr>
        <p:txBody>
          <a:bodyPr/>
          <a:lstStyle/>
          <a:p>
            <a:endParaRPr lang="fr-FR"/>
          </a:p>
        </p:txBody>
      </p:sp>
      <p:sp>
        <p:nvSpPr>
          <p:cNvPr id="46" name="AutoShape 46"/>
          <p:cNvSpPr/>
          <p:nvPr/>
        </p:nvSpPr>
        <p:spPr>
          <a:xfrm>
            <a:off x="11328855" y="6995331"/>
            <a:ext cx="4415451" cy="0"/>
          </a:xfrm>
          <a:prstGeom prst="line">
            <a:avLst/>
          </a:prstGeom>
          <a:ln w="28575" cap="rnd">
            <a:solidFill>
              <a:srgbClr val="3D3B3A"/>
            </a:solidFill>
            <a:prstDash val="sysDot"/>
            <a:headEnd type="none" w="sm" len="sm"/>
            <a:tailEnd type="none" w="sm" len="sm"/>
          </a:ln>
        </p:spPr>
        <p:txBody>
          <a:bodyPr/>
          <a:lstStyle/>
          <a:p>
            <a:endParaRPr lang="fr-FR"/>
          </a:p>
        </p:txBody>
      </p:sp>
      <p:sp>
        <p:nvSpPr>
          <p:cNvPr id="47" name="AutoShape 47"/>
          <p:cNvSpPr/>
          <p:nvPr/>
        </p:nvSpPr>
        <p:spPr>
          <a:xfrm>
            <a:off x="9930585" y="7863263"/>
            <a:ext cx="5813563" cy="3979"/>
          </a:xfrm>
          <a:prstGeom prst="line">
            <a:avLst/>
          </a:prstGeom>
          <a:ln w="28575" cap="rnd">
            <a:solidFill>
              <a:srgbClr val="3D3B3A"/>
            </a:solidFill>
            <a:prstDash val="sysDot"/>
            <a:headEnd type="none" w="sm" len="sm"/>
            <a:tailEnd type="none" w="sm" len="sm"/>
          </a:ln>
        </p:spPr>
        <p:txBody>
          <a:bodyPr/>
          <a:lstStyle/>
          <a:p>
            <a:endParaRPr lang="fr-FR"/>
          </a:p>
        </p:txBody>
      </p:sp>
      <p:sp>
        <p:nvSpPr>
          <p:cNvPr id="48" name="AutoShape 48"/>
          <p:cNvSpPr/>
          <p:nvPr/>
        </p:nvSpPr>
        <p:spPr>
          <a:xfrm flipV="1">
            <a:off x="9930585" y="8733137"/>
            <a:ext cx="5813564" cy="4606"/>
          </a:xfrm>
          <a:prstGeom prst="line">
            <a:avLst/>
          </a:prstGeom>
          <a:ln w="28575" cap="rnd">
            <a:solidFill>
              <a:srgbClr val="3D3B3A"/>
            </a:solidFill>
            <a:prstDash val="sysDot"/>
            <a:headEnd type="none" w="sm" len="sm"/>
            <a:tailEnd type="none" w="sm" len="sm"/>
          </a:ln>
        </p:spPr>
        <p:txBody>
          <a:bodyPr/>
          <a:lstStyle/>
          <a:p>
            <a:endParaRPr lang="fr-FR"/>
          </a:p>
        </p:txBody>
      </p:sp>
      <p:sp>
        <p:nvSpPr>
          <p:cNvPr id="49" name="TextBox 49"/>
          <p:cNvSpPr txBox="1"/>
          <p:nvPr/>
        </p:nvSpPr>
        <p:spPr>
          <a:xfrm>
            <a:off x="1432932" y="2195505"/>
            <a:ext cx="4282067" cy="820738"/>
          </a:xfrm>
          <a:prstGeom prst="rect">
            <a:avLst/>
          </a:prstGeom>
        </p:spPr>
        <p:txBody>
          <a:bodyPr wrap="square" lIns="0" tIns="0" rIns="0" bIns="0" rtlCol="0" anchor="t">
            <a:spAutoFit/>
          </a:bodyPr>
          <a:lstStyle/>
          <a:p>
            <a:pPr marL="0" lvl="0" indent="0" algn="just">
              <a:lnSpc>
                <a:spcPts val="6359"/>
              </a:lnSpc>
              <a:spcBef>
                <a:spcPct val="0"/>
              </a:spcBef>
            </a:pPr>
            <a:r>
              <a:rPr lang="en-US" sz="5999" b="1" dirty="0" err="1">
                <a:solidFill>
                  <a:srgbClr val="50298E"/>
                </a:solidFill>
                <a:latin typeface="Akzidenz-Grotesk Medium"/>
                <a:ea typeface="Akzidenz-Grotesk Medium"/>
                <a:cs typeface="Akzidenz-Grotesk Medium"/>
                <a:sym typeface="Akzidenz-Grotesk Medium"/>
              </a:rPr>
              <a:t>S</a:t>
            </a:r>
            <a:r>
              <a:rPr lang="en-US" sz="5999" b="1" u="none" strike="noStrike" dirty="0" err="1">
                <a:solidFill>
                  <a:srgbClr val="50298E"/>
                </a:solidFill>
                <a:latin typeface="Akzidenz-Grotesk Medium"/>
                <a:ea typeface="Akzidenz-Grotesk Medium"/>
                <a:cs typeface="Akzidenz-Grotesk Medium"/>
                <a:sym typeface="Akzidenz-Grotesk Medium"/>
              </a:rPr>
              <a:t>ommaire</a:t>
            </a:r>
            <a:r>
              <a:rPr lang="en-US" sz="5999" b="1" u="none" strike="noStrike" dirty="0">
                <a:solidFill>
                  <a:srgbClr val="50298E"/>
                </a:solidFill>
                <a:latin typeface="Akzidenz-Grotesk Medium"/>
                <a:ea typeface="Akzidenz-Grotesk Medium"/>
                <a:cs typeface="Akzidenz-Grotesk Medium"/>
                <a:sym typeface="Akzidenz-Grotesk Medium"/>
              </a:rPr>
              <a:t> </a:t>
            </a:r>
          </a:p>
        </p:txBody>
      </p:sp>
      <p:sp>
        <p:nvSpPr>
          <p:cNvPr id="55" name="TextBox 55"/>
          <p:cNvSpPr txBox="1"/>
          <p:nvPr/>
        </p:nvSpPr>
        <p:spPr>
          <a:xfrm>
            <a:off x="8471635" y="8450810"/>
            <a:ext cx="1373632" cy="405764"/>
          </a:xfrm>
          <a:prstGeom prst="rect">
            <a:avLst/>
          </a:prstGeom>
        </p:spPr>
        <p:txBody>
          <a:bodyPr lIns="0" tIns="0" rIns="0" bIns="0" rtlCol="0" anchor="t">
            <a:spAutoFit/>
          </a:bodyPr>
          <a:lstStyle/>
          <a:p>
            <a:pPr algn="just">
              <a:lnSpc>
                <a:spcPts val="3360"/>
              </a:lnSpc>
            </a:pPr>
            <a:r>
              <a:rPr lang="en-US" sz="2400" b="1">
                <a:solidFill>
                  <a:srgbClr val="50298E"/>
                </a:solidFill>
                <a:latin typeface="Libre Franklin Medium"/>
                <a:ea typeface="Libre Franklin Medium"/>
                <a:cs typeface="Libre Franklin Medium"/>
                <a:sym typeface="Libre Franklin Medium"/>
              </a:rPr>
              <a:t>Partie 05</a:t>
            </a:r>
          </a:p>
        </p:txBody>
      </p:sp>
      <p:grpSp>
        <p:nvGrpSpPr>
          <p:cNvPr id="70" name="Groupe 69">
            <a:extLst>
              <a:ext uri="{FF2B5EF4-FFF2-40B4-BE49-F238E27FC236}">
                <a16:creationId xmlns:a16="http://schemas.microsoft.com/office/drawing/2014/main" id="{09860955-4C54-5518-FEA0-798DD767E463}"/>
              </a:ext>
            </a:extLst>
          </p:cNvPr>
          <p:cNvGrpSpPr/>
          <p:nvPr/>
        </p:nvGrpSpPr>
        <p:grpSpPr>
          <a:xfrm>
            <a:off x="1433047" y="3610817"/>
            <a:ext cx="717001" cy="184849"/>
            <a:chOff x="2245047" y="3610277"/>
            <a:chExt cx="717001" cy="184849"/>
          </a:xfrm>
        </p:grpSpPr>
        <p:sp>
          <p:nvSpPr>
            <p:cNvPr id="71" name="Rectangle : coins arrondis 70">
              <a:extLst>
                <a:ext uri="{FF2B5EF4-FFF2-40B4-BE49-F238E27FC236}">
                  <a16:creationId xmlns:a16="http://schemas.microsoft.com/office/drawing/2014/main" id="{20935EAB-C356-1725-6B6E-1B9F43BEA3E8}"/>
                </a:ext>
              </a:extLst>
            </p:cNvPr>
            <p:cNvSpPr/>
            <p:nvPr/>
          </p:nvSpPr>
          <p:spPr>
            <a:xfrm>
              <a:off x="2245047" y="3613198"/>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 coins arrondis 71">
              <a:extLst>
                <a:ext uri="{FF2B5EF4-FFF2-40B4-BE49-F238E27FC236}">
                  <a16:creationId xmlns:a16="http://schemas.microsoft.com/office/drawing/2014/main" id="{238FBB84-0DA2-594C-3ABE-A5DAD4C7650C}"/>
                </a:ext>
              </a:extLst>
            </p:cNvPr>
            <p:cNvSpPr/>
            <p:nvPr/>
          </p:nvSpPr>
          <p:spPr>
            <a:xfrm>
              <a:off x="2512699" y="361081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 coins arrondis 72">
              <a:extLst>
                <a:ext uri="{FF2B5EF4-FFF2-40B4-BE49-F238E27FC236}">
                  <a16:creationId xmlns:a16="http://schemas.microsoft.com/office/drawing/2014/main" id="{F6A57972-443B-CD10-EF7D-A38303E58545}"/>
                </a:ext>
              </a:extLst>
            </p:cNvPr>
            <p:cNvSpPr/>
            <p:nvPr/>
          </p:nvSpPr>
          <p:spPr>
            <a:xfrm>
              <a:off x="2780351" y="361027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8" name="Graphique 57">
            <a:extLst>
              <a:ext uri="{FF2B5EF4-FFF2-40B4-BE49-F238E27FC236}">
                <a16:creationId xmlns:a16="http://schemas.microsoft.com/office/drawing/2014/main" id="{BC97B612-A61C-1EC0-3946-05CD28B732A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356" y="8794617"/>
            <a:ext cx="1040788" cy="10407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24" y="5527966"/>
            <a:ext cx="6308019" cy="5687826"/>
            <a:chOff x="0" y="0"/>
            <a:chExt cx="355730" cy="320755"/>
          </a:xfrm>
        </p:grpSpPr>
        <p:sp>
          <p:nvSpPr>
            <p:cNvPr id="3" name="Freeform 3"/>
            <p:cNvSpPr/>
            <p:nvPr/>
          </p:nvSpPr>
          <p:spPr>
            <a:xfrm>
              <a:off x="0" y="0"/>
              <a:ext cx="355730" cy="320755"/>
            </a:xfrm>
            <a:custGeom>
              <a:avLst/>
              <a:gdLst/>
              <a:ahLst/>
              <a:cxnLst/>
              <a:rect l="l" t="t" r="r" b="b"/>
              <a:pathLst>
                <a:path w="355730" h="320755">
                  <a:moveTo>
                    <a:pt x="19637" y="0"/>
                  </a:moveTo>
                  <a:lnTo>
                    <a:pt x="336093" y="0"/>
                  </a:lnTo>
                  <a:cubicBezTo>
                    <a:pt x="346938" y="0"/>
                    <a:pt x="355730" y="8792"/>
                    <a:pt x="355730" y="19637"/>
                  </a:cubicBezTo>
                  <a:lnTo>
                    <a:pt x="355730" y="301118"/>
                  </a:lnTo>
                  <a:cubicBezTo>
                    <a:pt x="355730" y="306326"/>
                    <a:pt x="353661" y="311321"/>
                    <a:pt x="349978" y="315003"/>
                  </a:cubicBezTo>
                  <a:cubicBezTo>
                    <a:pt x="346295" y="318686"/>
                    <a:pt x="341301" y="320755"/>
                    <a:pt x="336093" y="320755"/>
                  </a:cubicBezTo>
                  <a:lnTo>
                    <a:pt x="19637" y="320755"/>
                  </a:lnTo>
                  <a:cubicBezTo>
                    <a:pt x="8792" y="320755"/>
                    <a:pt x="0" y="311963"/>
                    <a:pt x="0" y="301118"/>
                  </a:cubicBezTo>
                  <a:lnTo>
                    <a:pt x="0" y="19637"/>
                  </a:lnTo>
                  <a:cubicBezTo>
                    <a:pt x="0" y="8792"/>
                    <a:pt x="8792" y="0"/>
                    <a:pt x="19637" y="0"/>
                  </a:cubicBezTo>
                  <a:close/>
                </a:path>
              </a:pathLst>
            </a:custGeom>
            <a:solidFill>
              <a:srgbClr val="7F2191"/>
            </a:solidFill>
          </p:spPr>
          <p:txBody>
            <a:bodyPr/>
            <a:lstStyle/>
            <a:p>
              <a:endParaRPr lang="fr-FR"/>
            </a:p>
          </p:txBody>
        </p:sp>
        <p:sp>
          <p:nvSpPr>
            <p:cNvPr id="4" name="TextBox 4"/>
            <p:cNvSpPr txBox="1"/>
            <p:nvPr/>
          </p:nvSpPr>
          <p:spPr>
            <a:xfrm>
              <a:off x="0" y="-38100"/>
              <a:ext cx="355730" cy="358855"/>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69866" y="4662084"/>
            <a:ext cx="7213023" cy="4776199"/>
            <a:chOff x="0" y="0"/>
            <a:chExt cx="3436318" cy="2275404"/>
          </a:xfrm>
        </p:grpSpPr>
        <p:sp>
          <p:nvSpPr>
            <p:cNvPr id="6" name="Freeform 6"/>
            <p:cNvSpPr/>
            <p:nvPr/>
          </p:nvSpPr>
          <p:spPr>
            <a:xfrm>
              <a:off x="0" y="0"/>
              <a:ext cx="3436318" cy="2275404"/>
            </a:xfrm>
            <a:custGeom>
              <a:avLst/>
              <a:gdLst/>
              <a:ahLst/>
              <a:cxnLst/>
              <a:rect l="l" t="t" r="r" b="b"/>
              <a:pathLst>
                <a:path w="3436318" h="2275404">
                  <a:moveTo>
                    <a:pt x="20393" y="0"/>
                  </a:moveTo>
                  <a:lnTo>
                    <a:pt x="3415925" y="0"/>
                  </a:lnTo>
                  <a:cubicBezTo>
                    <a:pt x="3421333" y="0"/>
                    <a:pt x="3426521" y="2149"/>
                    <a:pt x="3430345" y="5973"/>
                  </a:cubicBezTo>
                  <a:cubicBezTo>
                    <a:pt x="3434169" y="9797"/>
                    <a:pt x="3436318" y="14985"/>
                    <a:pt x="3436318" y="20393"/>
                  </a:cubicBezTo>
                  <a:lnTo>
                    <a:pt x="3436318" y="2255011"/>
                  </a:lnTo>
                  <a:cubicBezTo>
                    <a:pt x="3436318" y="2266274"/>
                    <a:pt x="3427188" y="2275404"/>
                    <a:pt x="3415925" y="2275404"/>
                  </a:cubicBezTo>
                  <a:lnTo>
                    <a:pt x="20393" y="2275404"/>
                  </a:lnTo>
                  <a:cubicBezTo>
                    <a:pt x="14985" y="2275404"/>
                    <a:pt x="9797" y="2273255"/>
                    <a:pt x="5973" y="2269431"/>
                  </a:cubicBezTo>
                  <a:cubicBezTo>
                    <a:pt x="2149" y="2265606"/>
                    <a:pt x="0" y="2260419"/>
                    <a:pt x="0" y="2255011"/>
                  </a:cubicBezTo>
                  <a:lnTo>
                    <a:pt x="0" y="20393"/>
                  </a:lnTo>
                  <a:cubicBezTo>
                    <a:pt x="0" y="14985"/>
                    <a:pt x="2149" y="9797"/>
                    <a:pt x="5973" y="5973"/>
                  </a:cubicBezTo>
                  <a:cubicBezTo>
                    <a:pt x="9797" y="2149"/>
                    <a:pt x="14985" y="0"/>
                    <a:pt x="20393" y="0"/>
                  </a:cubicBezTo>
                  <a:close/>
                </a:path>
              </a:pathLst>
            </a:custGeom>
            <a:solidFill>
              <a:srgbClr val="FFFFFF"/>
            </a:solidFill>
          </p:spPr>
          <p:txBody>
            <a:bodyPr/>
            <a:lstStyle/>
            <a:p>
              <a:endParaRPr lang="fr-FR"/>
            </a:p>
          </p:txBody>
        </p:sp>
        <p:sp>
          <p:nvSpPr>
            <p:cNvPr id="7" name="TextBox 7"/>
            <p:cNvSpPr txBox="1"/>
            <p:nvPr/>
          </p:nvSpPr>
          <p:spPr>
            <a:xfrm>
              <a:off x="0" y="-38100"/>
              <a:ext cx="3436318" cy="2313504"/>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7334484"/>
            <a:chOff x="0" y="0"/>
            <a:chExt cx="929455" cy="1136304"/>
          </a:xfrm>
        </p:grpSpPr>
        <p:sp>
          <p:nvSpPr>
            <p:cNvPr id="9" name="Freeform 9"/>
            <p:cNvSpPr/>
            <p:nvPr/>
          </p:nvSpPr>
          <p:spPr>
            <a:xfrm>
              <a:off x="0" y="0"/>
              <a:ext cx="929455" cy="1136304"/>
            </a:xfrm>
            <a:custGeom>
              <a:avLst/>
              <a:gdLst/>
              <a:ahLst/>
              <a:cxnLst/>
              <a:rect l="l" t="t" r="r" b="b"/>
              <a:pathLst>
                <a:path w="929455" h="1136304">
                  <a:moveTo>
                    <a:pt x="29681" y="0"/>
                  </a:moveTo>
                  <a:lnTo>
                    <a:pt x="899774" y="0"/>
                  </a:lnTo>
                  <a:cubicBezTo>
                    <a:pt x="907646" y="0"/>
                    <a:pt x="915195" y="3127"/>
                    <a:pt x="920762" y="8693"/>
                  </a:cubicBezTo>
                  <a:cubicBezTo>
                    <a:pt x="926328" y="14259"/>
                    <a:pt x="929455" y="21809"/>
                    <a:pt x="929455" y="29681"/>
                  </a:cubicBezTo>
                  <a:lnTo>
                    <a:pt x="929455" y="1106623"/>
                  </a:lnTo>
                  <a:cubicBezTo>
                    <a:pt x="929455" y="1123015"/>
                    <a:pt x="916166" y="1136304"/>
                    <a:pt x="899774" y="1136304"/>
                  </a:cubicBezTo>
                  <a:lnTo>
                    <a:pt x="29681" y="1136304"/>
                  </a:lnTo>
                  <a:cubicBezTo>
                    <a:pt x="13288" y="1136304"/>
                    <a:pt x="0" y="1123015"/>
                    <a:pt x="0" y="1106623"/>
                  </a:cubicBezTo>
                  <a:lnTo>
                    <a:pt x="0" y="29681"/>
                  </a:lnTo>
                  <a:cubicBezTo>
                    <a:pt x="0" y="13288"/>
                    <a:pt x="13288" y="0"/>
                    <a:pt x="29681" y="0"/>
                  </a:cubicBezTo>
                  <a:close/>
                </a:path>
              </a:pathLst>
            </a:custGeom>
            <a:solidFill>
              <a:srgbClr val="000000">
                <a:alpha val="0"/>
              </a:srgbClr>
            </a:solidFill>
            <a:ln w="12700" cap="rnd">
              <a:solidFill>
                <a:srgbClr val="000000"/>
              </a:solidFill>
              <a:prstDash val="solid"/>
              <a:round/>
            </a:ln>
          </p:spPr>
          <p:txBody>
            <a:bodyPr/>
            <a:lstStyle/>
            <a:p>
              <a:endParaRPr lang="fr-FR"/>
            </a:p>
          </p:txBody>
        </p:sp>
      </p:grpSp>
      <p:sp>
        <p:nvSpPr>
          <p:cNvPr id="24" name="TextBox 24"/>
          <p:cNvSpPr txBox="1"/>
          <p:nvPr/>
        </p:nvSpPr>
        <p:spPr>
          <a:xfrm>
            <a:off x="9572976" y="3988245"/>
            <a:ext cx="7686324" cy="4943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l">
              <a:lnSpc>
                <a:spcPts val="3000"/>
              </a:lnSpc>
            </a:pPr>
            <a:endParaRPr lang="en-US" sz="2000">
              <a:solidFill>
                <a:srgbClr val="000000"/>
              </a:solidFill>
              <a:latin typeface="Libre Franklin"/>
              <a:ea typeface="Libre Franklin"/>
              <a:cs typeface="Libre Franklin"/>
              <a:sym typeface="Libre Franklin"/>
            </a:endParaRPr>
          </a:p>
          <a:p>
            <a:pPr algn="l">
              <a:lnSpc>
                <a:spcPts val="3000"/>
              </a:lnSpc>
            </a:pPr>
            <a:r>
              <a:rPr lang="en-US" sz="2000">
                <a:solidFill>
                  <a:srgbClr val="000000"/>
                </a:solidFill>
                <a:latin typeface="Libre Franklin"/>
                <a:ea typeface="Libre Franklin"/>
                <a:cs typeface="Libre Franklin"/>
                <a:sym typeface="Libre Franklin"/>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do </a:t>
            </a:r>
          </a:p>
        </p:txBody>
      </p:sp>
      <p:sp>
        <p:nvSpPr>
          <p:cNvPr id="26" name="TextBox 26"/>
          <p:cNvSpPr txBox="1"/>
          <p:nvPr/>
        </p:nvSpPr>
        <p:spPr>
          <a:xfrm>
            <a:off x="9572976" y="1813099"/>
            <a:ext cx="6623785" cy="967105"/>
          </a:xfrm>
          <a:prstGeom prst="rect">
            <a:avLst/>
          </a:prstGeom>
        </p:spPr>
        <p:txBody>
          <a:bodyPr lIns="0" tIns="0" rIns="0" bIns="0" rtlCol="0" anchor="t">
            <a:spAutoFit/>
          </a:bodyPr>
          <a:lstStyle/>
          <a:p>
            <a:pPr marL="0" lvl="0" indent="0" algn="just">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Aj</a:t>
            </a:r>
            <a:r>
              <a:rPr lang="en-US" sz="5999" b="1" u="none" strike="noStrike">
                <a:solidFill>
                  <a:srgbClr val="50298E"/>
                </a:solidFill>
                <a:latin typeface="Akzidenz-Grotesk Medium"/>
                <a:ea typeface="Akzidenz-Grotesk Medium"/>
                <a:cs typeface="Akzidenz-Grotesk Medium"/>
                <a:sym typeface="Akzidenz-Grotesk Medium"/>
              </a:rPr>
              <a:t>outer un titre</a:t>
            </a:r>
          </a:p>
        </p:txBody>
      </p:sp>
      <p:grpSp>
        <p:nvGrpSpPr>
          <p:cNvPr id="27" name="Groupe 26">
            <a:extLst>
              <a:ext uri="{FF2B5EF4-FFF2-40B4-BE49-F238E27FC236}">
                <a16:creationId xmlns:a16="http://schemas.microsoft.com/office/drawing/2014/main" id="{553C1892-2B86-E68C-C456-D22EA3455D5D}"/>
              </a:ext>
            </a:extLst>
          </p:cNvPr>
          <p:cNvGrpSpPr/>
          <p:nvPr/>
        </p:nvGrpSpPr>
        <p:grpSpPr>
          <a:xfrm>
            <a:off x="9575264" y="3238500"/>
            <a:ext cx="717001" cy="184849"/>
            <a:chOff x="2245047" y="3610277"/>
            <a:chExt cx="717001" cy="184849"/>
          </a:xfrm>
        </p:grpSpPr>
        <p:sp>
          <p:nvSpPr>
            <p:cNvPr id="28" name="Rectangle : coins arrondis 27">
              <a:extLst>
                <a:ext uri="{FF2B5EF4-FFF2-40B4-BE49-F238E27FC236}">
                  <a16:creationId xmlns:a16="http://schemas.microsoft.com/office/drawing/2014/main" id="{342C629D-CD96-A1CC-15B6-9167D9CC2283}"/>
                </a:ext>
              </a:extLst>
            </p:cNvPr>
            <p:cNvSpPr/>
            <p:nvPr/>
          </p:nvSpPr>
          <p:spPr>
            <a:xfrm>
              <a:off x="2245047" y="3613198"/>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96787DF7-C8FB-8010-4C0F-1856939621A4}"/>
                </a:ext>
              </a:extLst>
            </p:cNvPr>
            <p:cNvSpPr/>
            <p:nvPr/>
          </p:nvSpPr>
          <p:spPr>
            <a:xfrm>
              <a:off x="2512699" y="361081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 coins arrondis 29">
              <a:extLst>
                <a:ext uri="{FF2B5EF4-FFF2-40B4-BE49-F238E27FC236}">
                  <a16:creationId xmlns:a16="http://schemas.microsoft.com/office/drawing/2014/main" id="{222BA82D-3A89-B3FC-277D-C783DAC0E8A5}"/>
                </a:ext>
              </a:extLst>
            </p:cNvPr>
            <p:cNvSpPr/>
            <p:nvPr/>
          </p:nvSpPr>
          <p:spPr>
            <a:xfrm>
              <a:off x="2780351" y="361027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1" name="Graphique 10">
            <a:extLst>
              <a:ext uri="{FF2B5EF4-FFF2-40B4-BE49-F238E27FC236}">
                <a16:creationId xmlns:a16="http://schemas.microsoft.com/office/drawing/2014/main" id="{AC343032-AD56-67D6-5E6C-645CBC55B29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956" y="597512"/>
            <a:ext cx="1040788" cy="1040788"/>
          </a:xfrm>
          <a:prstGeom prst="rect">
            <a:avLst/>
          </a:prstGeom>
        </p:spPr>
      </p:pic>
      <p:pic>
        <p:nvPicPr>
          <p:cNvPr id="12" name="Graphique 11">
            <a:extLst>
              <a:ext uri="{FF2B5EF4-FFF2-40B4-BE49-F238E27FC236}">
                <a16:creationId xmlns:a16="http://schemas.microsoft.com/office/drawing/2014/main" id="{D598382C-4D0F-2072-6187-4F99C8E714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62769">
            <a:off x="17005459" y="8753539"/>
            <a:ext cx="2163733" cy="21637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143500"/>
            <a:ext cx="4899246" cy="3910568"/>
            <a:chOff x="0" y="0"/>
            <a:chExt cx="1290336" cy="1029944"/>
          </a:xfrm>
        </p:grpSpPr>
        <p:sp>
          <p:nvSpPr>
            <p:cNvPr id="3" name="Freeform 3"/>
            <p:cNvSpPr/>
            <p:nvPr/>
          </p:nvSpPr>
          <p:spPr>
            <a:xfrm>
              <a:off x="0" y="0"/>
              <a:ext cx="1290336" cy="1029944"/>
            </a:xfrm>
            <a:custGeom>
              <a:avLst/>
              <a:gdLst/>
              <a:ahLst/>
              <a:cxnLst/>
              <a:rect l="l" t="t" r="r" b="b"/>
              <a:pathLst>
                <a:path w="1290336" h="1029944">
                  <a:moveTo>
                    <a:pt x="55308" y="0"/>
                  </a:moveTo>
                  <a:lnTo>
                    <a:pt x="1235028" y="0"/>
                  </a:lnTo>
                  <a:cubicBezTo>
                    <a:pt x="1249697" y="0"/>
                    <a:pt x="1263765" y="5827"/>
                    <a:pt x="1274137" y="16199"/>
                  </a:cubicBezTo>
                  <a:cubicBezTo>
                    <a:pt x="1284509" y="26572"/>
                    <a:pt x="1290336" y="40639"/>
                    <a:pt x="1290336" y="55308"/>
                  </a:cubicBezTo>
                  <a:lnTo>
                    <a:pt x="1290336" y="974636"/>
                  </a:lnTo>
                  <a:cubicBezTo>
                    <a:pt x="1290336" y="989305"/>
                    <a:pt x="1284509" y="1003372"/>
                    <a:pt x="1274137" y="1013745"/>
                  </a:cubicBezTo>
                  <a:cubicBezTo>
                    <a:pt x="1263765" y="1024117"/>
                    <a:pt x="1249697" y="1029944"/>
                    <a:pt x="1235028" y="1029944"/>
                  </a:cubicBezTo>
                  <a:lnTo>
                    <a:pt x="55308" y="1029944"/>
                  </a:lnTo>
                  <a:cubicBezTo>
                    <a:pt x="40639" y="1029944"/>
                    <a:pt x="26572" y="1024117"/>
                    <a:pt x="16199" y="1013745"/>
                  </a:cubicBezTo>
                  <a:cubicBezTo>
                    <a:pt x="5827" y="1003372"/>
                    <a:pt x="0" y="989305"/>
                    <a:pt x="0" y="974636"/>
                  </a:cubicBezTo>
                  <a:lnTo>
                    <a:pt x="0" y="55308"/>
                  </a:lnTo>
                  <a:cubicBezTo>
                    <a:pt x="0" y="40639"/>
                    <a:pt x="5827" y="26572"/>
                    <a:pt x="16199" y="16199"/>
                  </a:cubicBezTo>
                  <a:cubicBezTo>
                    <a:pt x="26572" y="5827"/>
                    <a:pt x="40639" y="0"/>
                    <a:pt x="55308" y="0"/>
                  </a:cubicBezTo>
                  <a:close/>
                </a:path>
              </a:pathLst>
            </a:custGeom>
            <a:solidFill>
              <a:srgbClr val="7F2191"/>
            </a:solidFill>
            <a:ln cap="rnd">
              <a:noFill/>
              <a:prstDash val="solid"/>
              <a:round/>
            </a:ln>
          </p:spPr>
          <p:txBody>
            <a:bodyPr/>
            <a:lstStyle/>
            <a:p>
              <a:endParaRPr lang="fr-FR"/>
            </a:p>
          </p:txBody>
        </p:sp>
        <p:sp>
          <p:nvSpPr>
            <p:cNvPr id="4" name="TextBox 4"/>
            <p:cNvSpPr txBox="1"/>
            <p:nvPr/>
          </p:nvSpPr>
          <p:spPr>
            <a:xfrm>
              <a:off x="0" y="9525"/>
              <a:ext cx="1290336" cy="1020419"/>
            </a:xfrm>
            <a:prstGeom prst="rect">
              <a:avLst/>
            </a:prstGeom>
          </p:spPr>
          <p:txBody>
            <a:bodyPr lIns="50800" tIns="50800" rIns="50800" bIns="50800" rtlCol="0" anchor="ctr"/>
            <a:lstStyle/>
            <a:p>
              <a:pPr marL="0" lvl="0" indent="0" algn="ctr">
                <a:lnSpc>
                  <a:spcPts val="2999"/>
                </a:lnSpc>
                <a:spcBef>
                  <a:spcPct val="0"/>
                </a:spcBef>
              </a:pPr>
              <a:endParaRPr/>
            </a:p>
          </p:txBody>
        </p:sp>
      </p:grpSp>
      <p:grpSp>
        <p:nvGrpSpPr>
          <p:cNvPr id="9" name="Group 9"/>
          <p:cNvGrpSpPr/>
          <p:nvPr/>
        </p:nvGrpSpPr>
        <p:grpSpPr>
          <a:xfrm>
            <a:off x="6697241" y="5143500"/>
            <a:ext cx="4899246" cy="3910568"/>
            <a:chOff x="0" y="0"/>
            <a:chExt cx="1290336" cy="1029944"/>
          </a:xfrm>
        </p:grpSpPr>
        <p:sp>
          <p:nvSpPr>
            <p:cNvPr id="10" name="Freeform 10"/>
            <p:cNvSpPr/>
            <p:nvPr/>
          </p:nvSpPr>
          <p:spPr>
            <a:xfrm>
              <a:off x="0" y="0"/>
              <a:ext cx="1290336" cy="1029944"/>
            </a:xfrm>
            <a:custGeom>
              <a:avLst/>
              <a:gdLst/>
              <a:ahLst/>
              <a:cxnLst/>
              <a:rect l="l" t="t" r="r" b="b"/>
              <a:pathLst>
                <a:path w="1290336" h="1029944">
                  <a:moveTo>
                    <a:pt x="55308" y="0"/>
                  </a:moveTo>
                  <a:lnTo>
                    <a:pt x="1235028" y="0"/>
                  </a:lnTo>
                  <a:cubicBezTo>
                    <a:pt x="1249697" y="0"/>
                    <a:pt x="1263765" y="5827"/>
                    <a:pt x="1274137" y="16199"/>
                  </a:cubicBezTo>
                  <a:cubicBezTo>
                    <a:pt x="1284509" y="26572"/>
                    <a:pt x="1290336" y="40639"/>
                    <a:pt x="1290336" y="55308"/>
                  </a:cubicBezTo>
                  <a:lnTo>
                    <a:pt x="1290336" y="974636"/>
                  </a:lnTo>
                  <a:cubicBezTo>
                    <a:pt x="1290336" y="989305"/>
                    <a:pt x="1284509" y="1003372"/>
                    <a:pt x="1274137" y="1013745"/>
                  </a:cubicBezTo>
                  <a:cubicBezTo>
                    <a:pt x="1263765" y="1024117"/>
                    <a:pt x="1249697" y="1029944"/>
                    <a:pt x="1235028" y="1029944"/>
                  </a:cubicBezTo>
                  <a:lnTo>
                    <a:pt x="55308" y="1029944"/>
                  </a:lnTo>
                  <a:cubicBezTo>
                    <a:pt x="40639" y="1029944"/>
                    <a:pt x="26572" y="1024117"/>
                    <a:pt x="16199" y="1013745"/>
                  </a:cubicBezTo>
                  <a:cubicBezTo>
                    <a:pt x="5827" y="1003372"/>
                    <a:pt x="0" y="989305"/>
                    <a:pt x="0" y="974636"/>
                  </a:cubicBezTo>
                  <a:lnTo>
                    <a:pt x="0" y="55308"/>
                  </a:lnTo>
                  <a:cubicBezTo>
                    <a:pt x="0" y="40639"/>
                    <a:pt x="5827" y="26572"/>
                    <a:pt x="16199" y="16199"/>
                  </a:cubicBezTo>
                  <a:cubicBezTo>
                    <a:pt x="26572" y="5827"/>
                    <a:pt x="40639" y="0"/>
                    <a:pt x="55308" y="0"/>
                  </a:cubicBezTo>
                  <a:close/>
                </a:path>
              </a:pathLst>
            </a:custGeom>
            <a:solidFill>
              <a:srgbClr val="FFFFFF"/>
            </a:solidFill>
            <a:ln w="19050" cap="rnd">
              <a:solidFill>
                <a:srgbClr val="50298E"/>
              </a:solidFill>
              <a:prstDash val="solid"/>
              <a:round/>
            </a:ln>
          </p:spPr>
          <p:txBody>
            <a:bodyPr/>
            <a:lstStyle/>
            <a:p>
              <a:endParaRPr lang="fr-FR"/>
            </a:p>
          </p:txBody>
        </p:sp>
        <p:sp>
          <p:nvSpPr>
            <p:cNvPr id="11" name="TextBox 11"/>
            <p:cNvSpPr txBox="1"/>
            <p:nvPr/>
          </p:nvSpPr>
          <p:spPr>
            <a:xfrm>
              <a:off x="0" y="9525"/>
              <a:ext cx="1290336" cy="1020419"/>
            </a:xfrm>
            <a:prstGeom prst="rect">
              <a:avLst/>
            </a:prstGeom>
          </p:spPr>
          <p:txBody>
            <a:bodyPr lIns="50800" tIns="50800" rIns="50800" bIns="50800" rtlCol="0" anchor="ctr"/>
            <a:lstStyle/>
            <a:p>
              <a:pPr marL="0" lvl="0" indent="0" algn="ctr">
                <a:lnSpc>
                  <a:spcPts val="2999"/>
                </a:lnSpc>
                <a:spcBef>
                  <a:spcPct val="0"/>
                </a:spcBef>
              </a:pPr>
              <a:endParaRPr/>
            </a:p>
          </p:txBody>
        </p:sp>
      </p:grpSp>
      <p:grpSp>
        <p:nvGrpSpPr>
          <p:cNvPr id="13" name="Group 13"/>
          <p:cNvGrpSpPr/>
          <p:nvPr/>
        </p:nvGrpSpPr>
        <p:grpSpPr>
          <a:xfrm>
            <a:off x="12368012" y="5143500"/>
            <a:ext cx="4899246" cy="3910568"/>
            <a:chOff x="0" y="0"/>
            <a:chExt cx="1290336" cy="1029944"/>
          </a:xfrm>
        </p:grpSpPr>
        <p:sp>
          <p:nvSpPr>
            <p:cNvPr id="14" name="Freeform 14"/>
            <p:cNvSpPr/>
            <p:nvPr/>
          </p:nvSpPr>
          <p:spPr>
            <a:xfrm>
              <a:off x="0" y="0"/>
              <a:ext cx="1290336" cy="1029944"/>
            </a:xfrm>
            <a:custGeom>
              <a:avLst/>
              <a:gdLst/>
              <a:ahLst/>
              <a:cxnLst/>
              <a:rect l="l" t="t" r="r" b="b"/>
              <a:pathLst>
                <a:path w="1290336" h="1029944">
                  <a:moveTo>
                    <a:pt x="55308" y="0"/>
                  </a:moveTo>
                  <a:lnTo>
                    <a:pt x="1235028" y="0"/>
                  </a:lnTo>
                  <a:cubicBezTo>
                    <a:pt x="1249697" y="0"/>
                    <a:pt x="1263765" y="5827"/>
                    <a:pt x="1274137" y="16199"/>
                  </a:cubicBezTo>
                  <a:cubicBezTo>
                    <a:pt x="1284509" y="26572"/>
                    <a:pt x="1290336" y="40639"/>
                    <a:pt x="1290336" y="55308"/>
                  </a:cubicBezTo>
                  <a:lnTo>
                    <a:pt x="1290336" y="974636"/>
                  </a:lnTo>
                  <a:cubicBezTo>
                    <a:pt x="1290336" y="989305"/>
                    <a:pt x="1284509" y="1003372"/>
                    <a:pt x="1274137" y="1013745"/>
                  </a:cubicBezTo>
                  <a:cubicBezTo>
                    <a:pt x="1263765" y="1024117"/>
                    <a:pt x="1249697" y="1029944"/>
                    <a:pt x="1235028" y="1029944"/>
                  </a:cubicBezTo>
                  <a:lnTo>
                    <a:pt x="55308" y="1029944"/>
                  </a:lnTo>
                  <a:cubicBezTo>
                    <a:pt x="40639" y="1029944"/>
                    <a:pt x="26572" y="1024117"/>
                    <a:pt x="16199" y="1013745"/>
                  </a:cubicBezTo>
                  <a:cubicBezTo>
                    <a:pt x="5827" y="1003372"/>
                    <a:pt x="0" y="989305"/>
                    <a:pt x="0" y="974636"/>
                  </a:cubicBezTo>
                  <a:lnTo>
                    <a:pt x="0" y="55308"/>
                  </a:lnTo>
                  <a:cubicBezTo>
                    <a:pt x="0" y="40639"/>
                    <a:pt x="5827" y="26572"/>
                    <a:pt x="16199" y="16199"/>
                  </a:cubicBezTo>
                  <a:cubicBezTo>
                    <a:pt x="26572" y="5827"/>
                    <a:pt x="40639" y="0"/>
                    <a:pt x="55308" y="0"/>
                  </a:cubicBezTo>
                  <a:close/>
                </a:path>
              </a:pathLst>
            </a:custGeom>
            <a:solidFill>
              <a:srgbClr val="7F2191"/>
            </a:solidFill>
            <a:ln cap="rnd">
              <a:noFill/>
              <a:prstDash val="solid"/>
              <a:round/>
            </a:ln>
          </p:spPr>
          <p:txBody>
            <a:bodyPr/>
            <a:lstStyle/>
            <a:p>
              <a:endParaRPr lang="fr-FR"/>
            </a:p>
          </p:txBody>
        </p:sp>
        <p:sp>
          <p:nvSpPr>
            <p:cNvPr id="15" name="TextBox 15"/>
            <p:cNvSpPr txBox="1"/>
            <p:nvPr/>
          </p:nvSpPr>
          <p:spPr>
            <a:xfrm>
              <a:off x="0" y="9525"/>
              <a:ext cx="1290336" cy="1020419"/>
            </a:xfrm>
            <a:prstGeom prst="rect">
              <a:avLst/>
            </a:prstGeom>
          </p:spPr>
          <p:txBody>
            <a:bodyPr lIns="50800" tIns="50800" rIns="50800" bIns="50800" rtlCol="0" anchor="ctr"/>
            <a:lstStyle/>
            <a:p>
              <a:pPr marL="0" lvl="0" indent="0" algn="ctr">
                <a:lnSpc>
                  <a:spcPts val="2999"/>
                </a:lnSpc>
                <a:spcBef>
                  <a:spcPct val="0"/>
                </a:spcBef>
              </a:pPr>
              <a:endParaRPr/>
            </a:p>
          </p:txBody>
        </p:sp>
      </p:grpSp>
      <p:sp>
        <p:nvSpPr>
          <p:cNvPr id="26" name="TextBox 26"/>
          <p:cNvSpPr txBox="1"/>
          <p:nvPr/>
        </p:nvSpPr>
        <p:spPr>
          <a:xfrm>
            <a:off x="1512538" y="7430034"/>
            <a:ext cx="3961926" cy="1133474"/>
          </a:xfrm>
          <a:prstGeom prst="rect">
            <a:avLst/>
          </a:prstGeom>
        </p:spPr>
        <p:txBody>
          <a:bodyPr lIns="0" tIns="0" rIns="0" bIns="0" rtlCol="0" anchor="t">
            <a:spAutoFit/>
          </a:bodyPr>
          <a:lstStyle/>
          <a:p>
            <a:pPr marL="0" lvl="0" indent="0" algn="ctr">
              <a:lnSpc>
                <a:spcPts val="3000"/>
              </a:lnSpc>
              <a:spcBef>
                <a:spcPct val="0"/>
              </a:spcBef>
            </a:pPr>
            <a:r>
              <a:rPr lang="en-US" sz="2000">
                <a:solidFill>
                  <a:srgbClr val="FFFFFF"/>
                </a:solidFill>
                <a:latin typeface="Libre Franklin"/>
                <a:ea typeface="Libre Franklin"/>
                <a:cs typeface="Libre Franklin"/>
                <a:sym typeface="Libre Franklin"/>
              </a:rPr>
              <a:t>L</a:t>
            </a:r>
            <a:r>
              <a:rPr lang="en-US" sz="2000" u="none" strike="noStrike">
                <a:solidFill>
                  <a:srgbClr val="FFFFFF"/>
                </a:solidFill>
                <a:latin typeface="Libre Franklin"/>
                <a:ea typeface="Libre Franklin"/>
                <a:cs typeface="Libre Franklin"/>
                <a:sym typeface="Libre Franklin"/>
              </a:rPr>
              <a:t>orem ipsum dolor sit amet, consectetur adipiscing elit, sed do eiusmod tempor incididun</a:t>
            </a:r>
          </a:p>
        </p:txBody>
      </p:sp>
      <p:sp>
        <p:nvSpPr>
          <p:cNvPr id="27" name="TextBox 27"/>
          <p:cNvSpPr txBox="1"/>
          <p:nvPr/>
        </p:nvSpPr>
        <p:spPr>
          <a:xfrm>
            <a:off x="1482183" y="6837524"/>
            <a:ext cx="3992281" cy="361950"/>
          </a:xfrm>
          <a:prstGeom prst="rect">
            <a:avLst/>
          </a:prstGeom>
        </p:spPr>
        <p:txBody>
          <a:bodyPr lIns="0" tIns="0" rIns="0" bIns="0" rtlCol="0" anchor="t">
            <a:spAutoFit/>
          </a:bodyPr>
          <a:lstStyle/>
          <a:p>
            <a:pPr marL="0" lvl="0" indent="0" algn="ctr">
              <a:lnSpc>
                <a:spcPts val="2999"/>
              </a:lnSpc>
              <a:spcBef>
                <a:spcPct val="0"/>
              </a:spcBef>
            </a:pPr>
            <a:r>
              <a:rPr lang="en-US" sz="2499" b="1">
                <a:solidFill>
                  <a:srgbClr val="FFFFFF"/>
                </a:solidFill>
                <a:latin typeface="Libre Franklin Semi-Bold"/>
                <a:ea typeface="Libre Franklin Semi-Bold"/>
                <a:cs typeface="Libre Franklin Semi-Bold"/>
                <a:sym typeface="Libre Franklin Semi-Bold"/>
              </a:rPr>
              <a:t>Ti</a:t>
            </a:r>
            <a:r>
              <a:rPr lang="en-US" sz="2499" b="1" u="none" strike="noStrike">
                <a:solidFill>
                  <a:srgbClr val="FFFFFF"/>
                </a:solidFill>
                <a:latin typeface="Libre Franklin Semi-Bold"/>
                <a:ea typeface="Libre Franklin Semi-Bold"/>
                <a:cs typeface="Libre Franklin Semi-Bold"/>
                <a:sym typeface="Libre Franklin Semi-Bold"/>
              </a:rPr>
              <a:t>tre 1</a:t>
            </a:r>
          </a:p>
        </p:txBody>
      </p:sp>
      <p:sp>
        <p:nvSpPr>
          <p:cNvPr id="28" name="TextBox 28"/>
          <p:cNvSpPr txBox="1"/>
          <p:nvPr/>
        </p:nvSpPr>
        <p:spPr>
          <a:xfrm>
            <a:off x="1892091" y="1704188"/>
            <a:ext cx="14539901" cy="967105"/>
          </a:xfrm>
          <a:prstGeom prst="rect">
            <a:avLst/>
          </a:prstGeom>
        </p:spPr>
        <p:txBody>
          <a:bodyPr lIns="0" tIns="0" rIns="0" bIns="0" rtlCol="0" anchor="t">
            <a:spAutoFit/>
          </a:bodyPr>
          <a:lstStyle/>
          <a:p>
            <a:pPr marL="0" lvl="0" indent="0" algn="ctr">
              <a:lnSpc>
                <a:spcPts val="6359"/>
              </a:lnSpc>
              <a:spcBef>
                <a:spcPct val="0"/>
              </a:spcBef>
            </a:pPr>
            <a:r>
              <a:rPr lang="en-US" sz="5999" b="1" u="none" strike="noStrike">
                <a:solidFill>
                  <a:srgbClr val="50298E"/>
                </a:solidFill>
                <a:latin typeface="Akzidenz-Grotesk Medium"/>
                <a:ea typeface="Akzidenz-Grotesk Medium"/>
                <a:cs typeface="Akzidenz-Grotesk Medium"/>
                <a:sym typeface="Akzidenz-Grotesk Medium"/>
              </a:rPr>
              <a:t>Ajouter un titre</a:t>
            </a:r>
          </a:p>
        </p:txBody>
      </p:sp>
      <p:sp>
        <p:nvSpPr>
          <p:cNvPr id="29" name="TextBox 29"/>
          <p:cNvSpPr txBox="1"/>
          <p:nvPr/>
        </p:nvSpPr>
        <p:spPr>
          <a:xfrm>
            <a:off x="3840159" y="3535515"/>
            <a:ext cx="10650263" cy="350994"/>
          </a:xfrm>
          <a:prstGeom prst="rect">
            <a:avLst/>
          </a:prstGeom>
        </p:spPr>
        <p:txBody>
          <a:bodyPr lIns="0" tIns="0" rIns="0" bIns="0" rtlCol="0" anchor="t">
            <a:spAutoFit/>
          </a:bodyPr>
          <a:lstStyle/>
          <a:p>
            <a:pPr marL="0" lvl="0" indent="0" algn="ctr">
              <a:lnSpc>
                <a:spcPts val="3000"/>
              </a:lnSpc>
              <a:spcBef>
                <a:spcPct val="0"/>
              </a:spcBef>
            </a:pPr>
            <a:r>
              <a:rPr lang="en-US" sz="2000" b="1" dirty="0" err="1">
                <a:solidFill>
                  <a:srgbClr val="000000"/>
                </a:solidFill>
                <a:latin typeface="Libre Franklin"/>
                <a:ea typeface="Libre Franklin"/>
                <a:cs typeface="Libre Franklin"/>
                <a:sym typeface="Libre Franklin"/>
              </a:rPr>
              <a:t>Aj</a:t>
            </a:r>
            <a:r>
              <a:rPr lang="en-US" sz="2000" b="1" u="none" strike="noStrike" dirty="0" err="1">
                <a:solidFill>
                  <a:srgbClr val="000000"/>
                </a:solidFill>
                <a:latin typeface="Libre Franklin"/>
                <a:ea typeface="Libre Franklin"/>
                <a:cs typeface="Libre Franklin"/>
                <a:sym typeface="Libre Franklin"/>
              </a:rPr>
              <a:t>outer</a:t>
            </a:r>
            <a:r>
              <a:rPr lang="en-US" sz="2000" b="1" u="none" strike="noStrike" dirty="0">
                <a:solidFill>
                  <a:srgbClr val="000000"/>
                </a:solidFill>
                <a:latin typeface="Libre Franklin"/>
                <a:ea typeface="Libre Franklin"/>
                <a:cs typeface="Libre Franklin"/>
                <a:sym typeface="Libre Franklin"/>
              </a:rPr>
              <a:t> un sous-</a:t>
            </a:r>
            <a:r>
              <a:rPr lang="en-US" sz="2000" b="1" u="none" strike="noStrike" dirty="0" err="1">
                <a:solidFill>
                  <a:srgbClr val="000000"/>
                </a:solidFill>
                <a:latin typeface="Libre Franklin"/>
                <a:ea typeface="Libre Franklin"/>
                <a:cs typeface="Libre Franklin"/>
                <a:sym typeface="Libre Franklin"/>
              </a:rPr>
              <a:t>titre</a:t>
            </a:r>
            <a:endParaRPr lang="en-US" sz="2000" b="1" u="none" strike="noStrike" dirty="0">
              <a:solidFill>
                <a:srgbClr val="000000"/>
              </a:solidFill>
              <a:latin typeface="Libre Franklin"/>
              <a:ea typeface="Libre Franklin"/>
              <a:cs typeface="Libre Franklin"/>
              <a:sym typeface="Libre Franklin"/>
            </a:endParaRPr>
          </a:p>
        </p:txBody>
      </p:sp>
      <p:sp>
        <p:nvSpPr>
          <p:cNvPr id="30" name="TextBox 30"/>
          <p:cNvSpPr txBox="1"/>
          <p:nvPr/>
        </p:nvSpPr>
        <p:spPr>
          <a:xfrm>
            <a:off x="7181079" y="7430034"/>
            <a:ext cx="3961926" cy="1133474"/>
          </a:xfrm>
          <a:prstGeom prst="rect">
            <a:avLst/>
          </a:prstGeom>
        </p:spPr>
        <p:txBody>
          <a:bodyPr lIns="0" tIns="0" rIns="0" bIns="0" rtlCol="0" anchor="t">
            <a:spAutoFit/>
          </a:bodyPr>
          <a:lstStyle/>
          <a:p>
            <a:pPr marL="0" lvl="0" indent="0" algn="ctr">
              <a:lnSpc>
                <a:spcPts val="3000"/>
              </a:lnSpc>
              <a:spcBef>
                <a:spcPct val="0"/>
              </a:spcBef>
            </a:pPr>
            <a:r>
              <a:rPr lang="en-US" sz="2000">
                <a:solidFill>
                  <a:srgbClr val="000000"/>
                </a:solidFill>
                <a:latin typeface="Libre Franklin"/>
                <a:ea typeface="Libre Franklin"/>
                <a:cs typeface="Libre Franklin"/>
                <a:sym typeface="Libre Franklin"/>
              </a:rPr>
              <a:t>L</a:t>
            </a:r>
            <a:r>
              <a:rPr lang="en-US" sz="2000" u="none" strike="noStrike">
                <a:solidFill>
                  <a:srgbClr val="000000"/>
                </a:solidFill>
                <a:latin typeface="Libre Franklin"/>
                <a:ea typeface="Libre Franklin"/>
                <a:cs typeface="Libre Franklin"/>
                <a:sym typeface="Libre Franklin"/>
              </a:rPr>
              <a:t>orem ipsum dolor sit amet, consectetur adipiscing elit, sed do eiusmod tempor incididun</a:t>
            </a:r>
          </a:p>
        </p:txBody>
      </p:sp>
      <p:sp>
        <p:nvSpPr>
          <p:cNvPr id="31" name="TextBox 31"/>
          <p:cNvSpPr txBox="1"/>
          <p:nvPr/>
        </p:nvSpPr>
        <p:spPr>
          <a:xfrm>
            <a:off x="7150724" y="6837524"/>
            <a:ext cx="3992281" cy="361950"/>
          </a:xfrm>
          <a:prstGeom prst="rect">
            <a:avLst/>
          </a:prstGeom>
        </p:spPr>
        <p:txBody>
          <a:bodyPr lIns="0" tIns="0" rIns="0" bIns="0" rtlCol="0" anchor="t">
            <a:spAutoFit/>
          </a:bodyPr>
          <a:lstStyle/>
          <a:p>
            <a:pPr marL="0" lvl="0" indent="0" algn="ctr">
              <a:lnSpc>
                <a:spcPts val="2999"/>
              </a:lnSpc>
              <a:spcBef>
                <a:spcPct val="0"/>
              </a:spcBef>
            </a:pPr>
            <a:r>
              <a:rPr lang="en-US" sz="2499" b="1">
                <a:solidFill>
                  <a:srgbClr val="50298E"/>
                </a:solidFill>
                <a:latin typeface="Libre Franklin Semi-Bold"/>
                <a:ea typeface="Libre Franklin Semi-Bold"/>
                <a:cs typeface="Libre Franklin Semi-Bold"/>
                <a:sym typeface="Libre Franklin Semi-Bold"/>
              </a:rPr>
              <a:t>T</a:t>
            </a:r>
            <a:r>
              <a:rPr lang="en-US" sz="2499" b="1" u="none" strike="noStrike">
                <a:solidFill>
                  <a:srgbClr val="50298E"/>
                </a:solidFill>
                <a:latin typeface="Libre Franklin Semi-Bold"/>
                <a:ea typeface="Libre Franklin Semi-Bold"/>
                <a:cs typeface="Libre Franklin Semi-Bold"/>
                <a:sym typeface="Libre Franklin Semi-Bold"/>
              </a:rPr>
              <a:t>itre 2</a:t>
            </a:r>
          </a:p>
        </p:txBody>
      </p:sp>
      <p:sp>
        <p:nvSpPr>
          <p:cNvPr id="32" name="TextBox 32"/>
          <p:cNvSpPr txBox="1"/>
          <p:nvPr/>
        </p:nvSpPr>
        <p:spPr>
          <a:xfrm>
            <a:off x="12851850" y="7430034"/>
            <a:ext cx="3961926" cy="1133474"/>
          </a:xfrm>
          <a:prstGeom prst="rect">
            <a:avLst/>
          </a:prstGeom>
        </p:spPr>
        <p:txBody>
          <a:bodyPr lIns="0" tIns="0" rIns="0" bIns="0" rtlCol="0" anchor="t">
            <a:spAutoFit/>
          </a:bodyPr>
          <a:lstStyle/>
          <a:p>
            <a:pPr marL="0" lvl="0" indent="0" algn="ctr">
              <a:lnSpc>
                <a:spcPts val="3000"/>
              </a:lnSpc>
              <a:spcBef>
                <a:spcPct val="0"/>
              </a:spcBef>
            </a:pPr>
            <a:r>
              <a:rPr lang="en-US" sz="2000">
                <a:solidFill>
                  <a:srgbClr val="FFFFFF"/>
                </a:solidFill>
                <a:latin typeface="Libre Franklin"/>
                <a:ea typeface="Libre Franklin"/>
                <a:cs typeface="Libre Franklin"/>
                <a:sym typeface="Libre Franklin"/>
              </a:rPr>
              <a:t>L</a:t>
            </a:r>
            <a:r>
              <a:rPr lang="en-US" sz="2000" u="none" strike="noStrike">
                <a:solidFill>
                  <a:srgbClr val="FFFFFF"/>
                </a:solidFill>
                <a:latin typeface="Libre Franklin"/>
                <a:ea typeface="Libre Franklin"/>
                <a:cs typeface="Libre Franklin"/>
                <a:sym typeface="Libre Franklin"/>
              </a:rPr>
              <a:t>orem ipsum dolor sit amet, consectetur adipiscing elit, sed do eiusmod tempor incididun</a:t>
            </a:r>
          </a:p>
        </p:txBody>
      </p:sp>
      <p:sp>
        <p:nvSpPr>
          <p:cNvPr id="33" name="TextBox 33"/>
          <p:cNvSpPr txBox="1"/>
          <p:nvPr/>
        </p:nvSpPr>
        <p:spPr>
          <a:xfrm>
            <a:off x="12821495" y="6837524"/>
            <a:ext cx="3992281" cy="361950"/>
          </a:xfrm>
          <a:prstGeom prst="rect">
            <a:avLst/>
          </a:prstGeom>
        </p:spPr>
        <p:txBody>
          <a:bodyPr lIns="0" tIns="0" rIns="0" bIns="0" rtlCol="0" anchor="t">
            <a:spAutoFit/>
          </a:bodyPr>
          <a:lstStyle/>
          <a:p>
            <a:pPr marL="0" lvl="0" indent="0" algn="ctr">
              <a:lnSpc>
                <a:spcPts val="2999"/>
              </a:lnSpc>
              <a:spcBef>
                <a:spcPct val="0"/>
              </a:spcBef>
            </a:pPr>
            <a:r>
              <a:rPr lang="en-US" sz="2499" b="1">
                <a:solidFill>
                  <a:srgbClr val="FFFFFF"/>
                </a:solidFill>
                <a:latin typeface="Libre Franklin Semi-Bold"/>
                <a:ea typeface="Libre Franklin Semi-Bold"/>
                <a:cs typeface="Libre Franklin Semi-Bold"/>
                <a:sym typeface="Libre Franklin Semi-Bold"/>
              </a:rPr>
              <a:t>Titr</a:t>
            </a:r>
            <a:r>
              <a:rPr lang="en-US" sz="2499" b="1" u="none" strike="noStrike">
                <a:solidFill>
                  <a:srgbClr val="FFFFFF"/>
                </a:solidFill>
                <a:latin typeface="Libre Franklin Semi-Bold"/>
                <a:ea typeface="Libre Franklin Semi-Bold"/>
                <a:cs typeface="Libre Franklin Semi-Bold"/>
                <a:sym typeface="Libre Franklin Semi-Bold"/>
              </a:rPr>
              <a:t>e 2</a:t>
            </a:r>
          </a:p>
        </p:txBody>
      </p:sp>
      <p:grpSp>
        <p:nvGrpSpPr>
          <p:cNvPr id="34" name="Groupe 33">
            <a:extLst>
              <a:ext uri="{FF2B5EF4-FFF2-40B4-BE49-F238E27FC236}">
                <a16:creationId xmlns:a16="http://schemas.microsoft.com/office/drawing/2014/main" id="{58DF79D2-4EDB-50A1-8C49-81EC24392304}"/>
              </a:ext>
            </a:extLst>
          </p:cNvPr>
          <p:cNvGrpSpPr/>
          <p:nvPr/>
        </p:nvGrpSpPr>
        <p:grpSpPr>
          <a:xfrm>
            <a:off x="8785499" y="3000277"/>
            <a:ext cx="717001" cy="184849"/>
            <a:chOff x="2245047" y="3610277"/>
            <a:chExt cx="717001" cy="184849"/>
          </a:xfrm>
        </p:grpSpPr>
        <p:sp>
          <p:nvSpPr>
            <p:cNvPr id="35" name="Rectangle : coins arrondis 34">
              <a:extLst>
                <a:ext uri="{FF2B5EF4-FFF2-40B4-BE49-F238E27FC236}">
                  <a16:creationId xmlns:a16="http://schemas.microsoft.com/office/drawing/2014/main" id="{CC95AAC8-F42F-8F63-5B04-D643C8AEDDDC}"/>
                </a:ext>
              </a:extLst>
            </p:cNvPr>
            <p:cNvSpPr/>
            <p:nvPr/>
          </p:nvSpPr>
          <p:spPr>
            <a:xfrm>
              <a:off x="2245047" y="3613198"/>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3B1652B7-946C-1ED6-8CB4-4FD632D7BEE1}"/>
                </a:ext>
              </a:extLst>
            </p:cNvPr>
            <p:cNvSpPr/>
            <p:nvPr/>
          </p:nvSpPr>
          <p:spPr>
            <a:xfrm>
              <a:off x="2512699" y="361081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 coins arrondis 36">
              <a:extLst>
                <a:ext uri="{FF2B5EF4-FFF2-40B4-BE49-F238E27FC236}">
                  <a16:creationId xmlns:a16="http://schemas.microsoft.com/office/drawing/2014/main" id="{4D5536F1-B3A1-E25F-C8F1-2B5035062D7C}"/>
                </a:ext>
              </a:extLst>
            </p:cNvPr>
            <p:cNvSpPr/>
            <p:nvPr/>
          </p:nvSpPr>
          <p:spPr>
            <a:xfrm>
              <a:off x="2780351" y="361027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6" name="Graphique 15">
            <a:extLst>
              <a:ext uri="{FF2B5EF4-FFF2-40B4-BE49-F238E27FC236}">
                <a16:creationId xmlns:a16="http://schemas.microsoft.com/office/drawing/2014/main" id="{E08E5A88-4A07-86BE-927C-6897A6DF4CE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956" y="597512"/>
            <a:ext cx="1040788" cy="1040788"/>
          </a:xfrm>
          <a:prstGeom prst="rect">
            <a:avLst/>
          </a:prstGeom>
        </p:spPr>
      </p:pic>
      <p:pic>
        <p:nvPicPr>
          <p:cNvPr id="17" name="Graphique 16">
            <a:extLst>
              <a:ext uri="{FF2B5EF4-FFF2-40B4-BE49-F238E27FC236}">
                <a16:creationId xmlns:a16="http://schemas.microsoft.com/office/drawing/2014/main" id="{BAABFE2A-66A0-4D00-A398-668FEF4831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62769">
            <a:off x="17005459" y="8753539"/>
            <a:ext cx="2163733" cy="21637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7"/>
          <p:cNvSpPr txBox="1"/>
          <p:nvPr/>
        </p:nvSpPr>
        <p:spPr>
          <a:xfrm>
            <a:off x="1892091" y="1704188"/>
            <a:ext cx="14539901" cy="967105"/>
          </a:xfrm>
          <a:prstGeom prst="rect">
            <a:avLst/>
          </a:prstGeom>
        </p:spPr>
        <p:txBody>
          <a:bodyPr lIns="0" tIns="0" rIns="0" bIns="0" rtlCol="0" anchor="t">
            <a:spAutoFit/>
          </a:bodyPr>
          <a:lstStyle/>
          <a:p>
            <a:pPr marL="0" lvl="0" indent="0" algn="ctr">
              <a:lnSpc>
                <a:spcPts val="6359"/>
              </a:lnSpc>
              <a:spcBef>
                <a:spcPct val="0"/>
              </a:spcBef>
            </a:pPr>
            <a:r>
              <a:rPr lang="en-US" sz="5999" b="1" u="none" strike="noStrike">
                <a:solidFill>
                  <a:srgbClr val="50298E"/>
                </a:solidFill>
                <a:latin typeface="Akzidenz-Grotesk Medium"/>
                <a:ea typeface="Akzidenz-Grotesk Medium"/>
                <a:cs typeface="Akzidenz-Grotesk Medium"/>
                <a:sym typeface="Akzidenz-Grotesk Medium"/>
              </a:rPr>
              <a:t>Ajouter un titre</a:t>
            </a:r>
          </a:p>
        </p:txBody>
      </p:sp>
      <p:sp>
        <p:nvSpPr>
          <p:cNvPr id="18" name="TextBox 18"/>
          <p:cNvSpPr txBox="1"/>
          <p:nvPr/>
        </p:nvSpPr>
        <p:spPr>
          <a:xfrm>
            <a:off x="3840159" y="3535515"/>
            <a:ext cx="10650263" cy="350994"/>
          </a:xfrm>
          <a:prstGeom prst="rect">
            <a:avLst/>
          </a:prstGeom>
        </p:spPr>
        <p:txBody>
          <a:bodyPr lIns="0" tIns="0" rIns="0" bIns="0" rtlCol="0" anchor="t">
            <a:spAutoFit/>
          </a:bodyPr>
          <a:lstStyle/>
          <a:p>
            <a:pPr marL="0" lvl="0" indent="0" algn="ctr">
              <a:lnSpc>
                <a:spcPts val="3000"/>
              </a:lnSpc>
              <a:spcBef>
                <a:spcPct val="0"/>
              </a:spcBef>
            </a:pPr>
            <a:r>
              <a:rPr lang="en-US" sz="2000" b="1" dirty="0" err="1">
                <a:solidFill>
                  <a:srgbClr val="000000"/>
                </a:solidFill>
                <a:latin typeface="Libre Franklin"/>
                <a:ea typeface="Libre Franklin"/>
                <a:cs typeface="Libre Franklin"/>
                <a:sym typeface="Libre Franklin"/>
              </a:rPr>
              <a:t>Aj</a:t>
            </a:r>
            <a:r>
              <a:rPr lang="en-US" sz="2000" b="1" u="none" strike="noStrike" dirty="0" err="1">
                <a:solidFill>
                  <a:srgbClr val="000000"/>
                </a:solidFill>
                <a:latin typeface="Libre Franklin"/>
                <a:ea typeface="Libre Franklin"/>
                <a:cs typeface="Libre Franklin"/>
                <a:sym typeface="Libre Franklin"/>
              </a:rPr>
              <a:t>outer</a:t>
            </a:r>
            <a:r>
              <a:rPr lang="en-US" sz="2000" b="1" u="none" strike="noStrike" dirty="0">
                <a:solidFill>
                  <a:srgbClr val="000000"/>
                </a:solidFill>
                <a:latin typeface="Libre Franklin"/>
                <a:ea typeface="Libre Franklin"/>
                <a:cs typeface="Libre Franklin"/>
                <a:sym typeface="Libre Franklin"/>
              </a:rPr>
              <a:t> un sous-</a:t>
            </a:r>
            <a:r>
              <a:rPr lang="en-US" sz="2000" b="1" u="none" strike="noStrike" dirty="0" err="1">
                <a:solidFill>
                  <a:srgbClr val="000000"/>
                </a:solidFill>
                <a:latin typeface="Libre Franklin"/>
                <a:ea typeface="Libre Franklin"/>
                <a:cs typeface="Libre Franklin"/>
                <a:sym typeface="Libre Franklin"/>
              </a:rPr>
              <a:t>titre</a:t>
            </a:r>
            <a:endParaRPr lang="en-US" sz="2000" b="1" u="none" strike="noStrike" dirty="0">
              <a:solidFill>
                <a:srgbClr val="000000"/>
              </a:solidFill>
              <a:latin typeface="Libre Franklin"/>
              <a:ea typeface="Libre Franklin"/>
              <a:cs typeface="Libre Franklin"/>
              <a:sym typeface="Libre Franklin"/>
            </a:endParaRPr>
          </a:p>
        </p:txBody>
      </p:sp>
      <p:grpSp>
        <p:nvGrpSpPr>
          <p:cNvPr id="23" name="Groupe 22">
            <a:extLst>
              <a:ext uri="{FF2B5EF4-FFF2-40B4-BE49-F238E27FC236}">
                <a16:creationId xmlns:a16="http://schemas.microsoft.com/office/drawing/2014/main" id="{E6945C1E-9356-3161-2E19-7A40CAE9DA80}"/>
              </a:ext>
            </a:extLst>
          </p:cNvPr>
          <p:cNvGrpSpPr/>
          <p:nvPr/>
        </p:nvGrpSpPr>
        <p:grpSpPr>
          <a:xfrm>
            <a:off x="8785499" y="3000277"/>
            <a:ext cx="717001" cy="184849"/>
            <a:chOff x="2245047" y="3610277"/>
            <a:chExt cx="717001" cy="184849"/>
          </a:xfrm>
        </p:grpSpPr>
        <p:sp>
          <p:nvSpPr>
            <p:cNvPr id="24" name="Rectangle : coins arrondis 23">
              <a:extLst>
                <a:ext uri="{FF2B5EF4-FFF2-40B4-BE49-F238E27FC236}">
                  <a16:creationId xmlns:a16="http://schemas.microsoft.com/office/drawing/2014/main" id="{96B2189B-FEE6-2DF7-CDF5-7F75D100AC50}"/>
                </a:ext>
              </a:extLst>
            </p:cNvPr>
            <p:cNvSpPr/>
            <p:nvPr/>
          </p:nvSpPr>
          <p:spPr>
            <a:xfrm>
              <a:off x="2245047" y="3613198"/>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EA50A393-7C10-ACBE-4DD6-7B66EFDE1ABA}"/>
                </a:ext>
              </a:extLst>
            </p:cNvPr>
            <p:cNvSpPr/>
            <p:nvPr/>
          </p:nvSpPr>
          <p:spPr>
            <a:xfrm>
              <a:off x="2512699" y="361081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ADDD028C-1002-C5E7-8104-1BC280A8F3E0}"/>
                </a:ext>
              </a:extLst>
            </p:cNvPr>
            <p:cNvSpPr/>
            <p:nvPr/>
          </p:nvSpPr>
          <p:spPr>
            <a:xfrm>
              <a:off x="2780351" y="361027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7" name="Graphique 6">
            <a:extLst>
              <a:ext uri="{FF2B5EF4-FFF2-40B4-BE49-F238E27FC236}">
                <a16:creationId xmlns:a16="http://schemas.microsoft.com/office/drawing/2014/main" id="{E422D3FD-234A-535E-6137-5092C56FF22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956" y="597512"/>
            <a:ext cx="1040788" cy="1040788"/>
          </a:xfrm>
          <a:prstGeom prst="rect">
            <a:avLst/>
          </a:prstGeom>
        </p:spPr>
      </p:pic>
      <p:pic>
        <p:nvPicPr>
          <p:cNvPr id="8" name="Graphique 7">
            <a:extLst>
              <a:ext uri="{FF2B5EF4-FFF2-40B4-BE49-F238E27FC236}">
                <a16:creationId xmlns:a16="http://schemas.microsoft.com/office/drawing/2014/main" id="{76B37E3B-E093-FE88-F176-B675DE8F996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62769">
            <a:off x="17005459" y="8753539"/>
            <a:ext cx="2163733" cy="21637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44871" y="4236310"/>
            <a:ext cx="7158285" cy="7357645"/>
            <a:chOff x="0" y="0"/>
            <a:chExt cx="711820" cy="731643"/>
          </a:xfrm>
        </p:grpSpPr>
        <p:sp>
          <p:nvSpPr>
            <p:cNvPr id="3" name="Freeform 3"/>
            <p:cNvSpPr/>
            <p:nvPr/>
          </p:nvSpPr>
          <p:spPr>
            <a:xfrm>
              <a:off x="0" y="0"/>
              <a:ext cx="711820" cy="731643"/>
            </a:xfrm>
            <a:custGeom>
              <a:avLst/>
              <a:gdLst/>
              <a:ahLst/>
              <a:cxnLst/>
              <a:rect l="l" t="t" r="r" b="b"/>
              <a:pathLst>
                <a:path w="711820" h="731643">
                  <a:moveTo>
                    <a:pt x="711820" y="20549"/>
                  </a:moveTo>
                  <a:lnTo>
                    <a:pt x="711820" y="711094"/>
                  </a:lnTo>
                  <a:cubicBezTo>
                    <a:pt x="711820" y="722443"/>
                    <a:pt x="702619" y="731643"/>
                    <a:pt x="691270" y="731643"/>
                  </a:cubicBezTo>
                  <a:lnTo>
                    <a:pt x="20549" y="731643"/>
                  </a:lnTo>
                  <a:cubicBezTo>
                    <a:pt x="9200" y="731643"/>
                    <a:pt x="0" y="722443"/>
                    <a:pt x="0" y="711094"/>
                  </a:cubicBezTo>
                  <a:lnTo>
                    <a:pt x="0" y="20549"/>
                  </a:lnTo>
                  <a:cubicBezTo>
                    <a:pt x="0" y="9200"/>
                    <a:pt x="9200" y="0"/>
                    <a:pt x="20549" y="0"/>
                  </a:cubicBezTo>
                  <a:lnTo>
                    <a:pt x="691270" y="0"/>
                  </a:lnTo>
                  <a:cubicBezTo>
                    <a:pt x="702619" y="0"/>
                    <a:pt x="711820" y="9200"/>
                    <a:pt x="711820" y="20549"/>
                  </a:cubicBezTo>
                  <a:close/>
                </a:path>
              </a:pathLst>
            </a:custGeom>
            <a:solidFill>
              <a:srgbClr val="7F2191"/>
            </a:solidFill>
          </p:spPr>
          <p:txBody>
            <a:bodyPr/>
            <a:lstStyle/>
            <a:p>
              <a:endParaRPr lang="fr-FR"/>
            </a:p>
          </p:txBody>
        </p:sp>
        <p:sp>
          <p:nvSpPr>
            <p:cNvPr id="4" name="TextBox 4"/>
            <p:cNvSpPr txBox="1"/>
            <p:nvPr/>
          </p:nvSpPr>
          <p:spPr>
            <a:xfrm>
              <a:off x="0" y="-38100"/>
              <a:ext cx="711820" cy="76974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32933" y="4495940"/>
            <a:ext cx="252546" cy="377564"/>
          </a:xfrm>
          <a:custGeom>
            <a:avLst/>
            <a:gdLst/>
            <a:ahLst/>
            <a:cxnLst/>
            <a:rect l="l" t="t" r="r" b="b"/>
            <a:pathLst>
              <a:path w="252546" h="377564">
                <a:moveTo>
                  <a:pt x="0" y="0"/>
                </a:moveTo>
                <a:lnTo>
                  <a:pt x="252546" y="0"/>
                </a:lnTo>
                <a:lnTo>
                  <a:pt x="252546" y="377564"/>
                </a:lnTo>
                <a:lnTo>
                  <a:pt x="0" y="377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fr-FR"/>
          </a:p>
        </p:txBody>
      </p:sp>
      <p:sp>
        <p:nvSpPr>
          <p:cNvPr id="6" name="Freeform 6"/>
          <p:cNvSpPr/>
          <p:nvPr/>
        </p:nvSpPr>
        <p:spPr>
          <a:xfrm>
            <a:off x="1432933" y="7295095"/>
            <a:ext cx="252546" cy="377564"/>
          </a:xfrm>
          <a:custGeom>
            <a:avLst/>
            <a:gdLst/>
            <a:ahLst/>
            <a:cxnLst/>
            <a:rect l="l" t="t" r="r" b="b"/>
            <a:pathLst>
              <a:path w="252546" h="377564">
                <a:moveTo>
                  <a:pt x="0" y="0"/>
                </a:moveTo>
                <a:lnTo>
                  <a:pt x="252546" y="0"/>
                </a:lnTo>
                <a:lnTo>
                  <a:pt x="252546" y="377564"/>
                </a:lnTo>
                <a:lnTo>
                  <a:pt x="0" y="377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fr-FR"/>
          </a:p>
        </p:txBody>
      </p:sp>
      <p:grpSp>
        <p:nvGrpSpPr>
          <p:cNvPr id="7" name="Group 7"/>
          <p:cNvGrpSpPr/>
          <p:nvPr/>
        </p:nvGrpSpPr>
        <p:grpSpPr>
          <a:xfrm>
            <a:off x="11029379" y="1028700"/>
            <a:ext cx="6229921" cy="6415221"/>
            <a:chOff x="0" y="0"/>
            <a:chExt cx="965178" cy="993886"/>
          </a:xfrm>
        </p:grpSpPr>
        <p:sp>
          <p:nvSpPr>
            <p:cNvPr id="8" name="Freeform 8"/>
            <p:cNvSpPr/>
            <p:nvPr/>
          </p:nvSpPr>
          <p:spPr>
            <a:xfrm>
              <a:off x="0" y="0"/>
              <a:ext cx="965178" cy="993886"/>
            </a:xfrm>
            <a:custGeom>
              <a:avLst/>
              <a:gdLst/>
              <a:ahLst/>
              <a:cxnLst/>
              <a:rect l="l" t="t" r="r" b="b"/>
              <a:pathLst>
                <a:path w="965178" h="993886">
                  <a:moveTo>
                    <a:pt x="28582" y="0"/>
                  </a:moveTo>
                  <a:lnTo>
                    <a:pt x="936596" y="0"/>
                  </a:lnTo>
                  <a:cubicBezTo>
                    <a:pt x="944176" y="0"/>
                    <a:pt x="951446" y="3011"/>
                    <a:pt x="956806" y="8371"/>
                  </a:cubicBezTo>
                  <a:cubicBezTo>
                    <a:pt x="962166" y="13732"/>
                    <a:pt x="965178" y="21002"/>
                    <a:pt x="965178" y="28582"/>
                  </a:cubicBezTo>
                  <a:lnTo>
                    <a:pt x="965178" y="965303"/>
                  </a:lnTo>
                  <a:cubicBezTo>
                    <a:pt x="965178" y="972884"/>
                    <a:pt x="962166" y="980154"/>
                    <a:pt x="956806" y="985514"/>
                  </a:cubicBezTo>
                  <a:cubicBezTo>
                    <a:pt x="951446" y="990874"/>
                    <a:pt x="944176" y="993886"/>
                    <a:pt x="936596" y="993886"/>
                  </a:cubicBezTo>
                  <a:lnTo>
                    <a:pt x="28582" y="993886"/>
                  </a:lnTo>
                  <a:cubicBezTo>
                    <a:pt x="21002" y="993886"/>
                    <a:pt x="13732" y="990874"/>
                    <a:pt x="8371" y="985514"/>
                  </a:cubicBezTo>
                  <a:cubicBezTo>
                    <a:pt x="3011" y="980154"/>
                    <a:pt x="0" y="972884"/>
                    <a:pt x="0" y="965303"/>
                  </a:cubicBezTo>
                  <a:lnTo>
                    <a:pt x="0" y="28582"/>
                  </a:lnTo>
                  <a:cubicBezTo>
                    <a:pt x="0" y="21002"/>
                    <a:pt x="3011" y="13732"/>
                    <a:pt x="8371" y="8371"/>
                  </a:cubicBezTo>
                  <a:cubicBezTo>
                    <a:pt x="13732" y="3011"/>
                    <a:pt x="21002" y="0"/>
                    <a:pt x="28582" y="0"/>
                  </a:cubicBezTo>
                  <a:close/>
                </a:path>
              </a:pathLst>
            </a:custGeom>
            <a:solidFill>
              <a:srgbClr val="000000">
                <a:alpha val="0"/>
              </a:srgbClr>
            </a:solidFill>
            <a:ln w="12700" cap="rnd">
              <a:solidFill>
                <a:srgbClr val="000000"/>
              </a:solidFill>
              <a:prstDash val="solid"/>
              <a:round/>
            </a:ln>
          </p:spPr>
          <p:txBody>
            <a:bodyPr/>
            <a:lstStyle/>
            <a:p>
              <a:endParaRPr lang="fr-FR"/>
            </a:p>
          </p:txBody>
        </p:sp>
      </p:grpSp>
      <p:sp>
        <p:nvSpPr>
          <p:cNvPr id="12" name="Freeform 12"/>
          <p:cNvSpPr/>
          <p:nvPr/>
        </p:nvSpPr>
        <p:spPr>
          <a:xfrm>
            <a:off x="9923068" y="4495940"/>
            <a:ext cx="4606888" cy="4762360"/>
          </a:xfrm>
          <a:custGeom>
            <a:avLst/>
            <a:gdLst/>
            <a:ahLst/>
            <a:cxnLst/>
            <a:rect l="l" t="t" r="r" b="b"/>
            <a:pathLst>
              <a:path w="713728" h="737814">
                <a:moveTo>
                  <a:pt x="38652" y="0"/>
                </a:moveTo>
                <a:lnTo>
                  <a:pt x="675076" y="0"/>
                </a:lnTo>
                <a:cubicBezTo>
                  <a:pt x="685327" y="0"/>
                  <a:pt x="695158" y="4072"/>
                  <a:pt x="702407" y="11321"/>
                </a:cubicBezTo>
                <a:cubicBezTo>
                  <a:pt x="709656" y="18569"/>
                  <a:pt x="713728" y="28401"/>
                  <a:pt x="713728" y="38652"/>
                </a:cubicBezTo>
                <a:lnTo>
                  <a:pt x="713728" y="699162"/>
                </a:lnTo>
                <a:cubicBezTo>
                  <a:pt x="713728" y="709413"/>
                  <a:pt x="709656" y="719245"/>
                  <a:pt x="702407" y="726493"/>
                </a:cubicBezTo>
                <a:cubicBezTo>
                  <a:pt x="695158" y="733742"/>
                  <a:pt x="685327" y="737814"/>
                  <a:pt x="675076" y="737814"/>
                </a:cubicBezTo>
                <a:lnTo>
                  <a:pt x="38652" y="737814"/>
                </a:lnTo>
                <a:cubicBezTo>
                  <a:pt x="17305" y="737814"/>
                  <a:pt x="0" y="720509"/>
                  <a:pt x="0" y="699162"/>
                </a:cubicBezTo>
                <a:lnTo>
                  <a:pt x="0" y="38652"/>
                </a:lnTo>
                <a:cubicBezTo>
                  <a:pt x="0" y="28401"/>
                  <a:pt x="4072" y="18569"/>
                  <a:pt x="11321" y="11321"/>
                </a:cubicBezTo>
                <a:cubicBezTo>
                  <a:pt x="18569" y="4072"/>
                  <a:pt x="28401" y="0"/>
                  <a:pt x="38652" y="0"/>
                </a:cubicBezTo>
                <a:close/>
              </a:path>
            </a:pathLst>
          </a:custGeom>
          <a:solidFill>
            <a:srgbClr val="000000">
              <a:alpha val="0"/>
            </a:srgbClr>
          </a:solidFill>
          <a:ln w="12700" cap="rnd">
            <a:solidFill>
              <a:srgbClr val="000000"/>
            </a:solidFill>
            <a:prstDash val="solid"/>
            <a:round/>
          </a:ln>
        </p:spPr>
        <p:txBody>
          <a:bodyPr/>
          <a:lstStyle/>
          <a:p>
            <a:endParaRPr lang="fr-FR"/>
          </a:p>
        </p:txBody>
      </p:sp>
      <p:sp>
        <p:nvSpPr>
          <p:cNvPr id="14" name="TextBox 14"/>
          <p:cNvSpPr txBox="1"/>
          <p:nvPr/>
        </p:nvSpPr>
        <p:spPr>
          <a:xfrm>
            <a:off x="1969137" y="5140465"/>
            <a:ext cx="6395797" cy="1514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Lorem ipsum dolor sit amet, consectetur adipiscing elit, sed do eiusmod tempor incididunt ut labore et dolore magna aliqua. Ut enim ad minim veniam, quis nostrud exercitation ullamco </a:t>
            </a:r>
          </a:p>
        </p:txBody>
      </p:sp>
      <p:sp>
        <p:nvSpPr>
          <p:cNvPr id="15" name="TextBox 15"/>
          <p:cNvSpPr txBox="1"/>
          <p:nvPr/>
        </p:nvSpPr>
        <p:spPr>
          <a:xfrm>
            <a:off x="1969137" y="7936445"/>
            <a:ext cx="6395797" cy="1133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Lorem ipsum dolor sit amet, consectetur adipiscing elit, sed do eiusmod tempor incididunt ut labore et dolore magna aliqua. Ut enim ad minim veniam</a:t>
            </a:r>
          </a:p>
        </p:txBody>
      </p:sp>
      <p:sp>
        <p:nvSpPr>
          <p:cNvPr id="16" name="TextBox 16"/>
          <p:cNvSpPr txBox="1"/>
          <p:nvPr/>
        </p:nvSpPr>
        <p:spPr>
          <a:xfrm>
            <a:off x="1969137" y="4553090"/>
            <a:ext cx="7174863" cy="320675"/>
          </a:xfrm>
          <a:prstGeom prst="rect">
            <a:avLst/>
          </a:prstGeom>
        </p:spPr>
        <p:txBody>
          <a:bodyPr lIns="0" tIns="0" rIns="0" bIns="0" rtlCol="0" anchor="t">
            <a:spAutoFit/>
          </a:bodyPr>
          <a:lstStyle/>
          <a:p>
            <a:pPr algn="l">
              <a:lnSpc>
                <a:spcPts val="2499"/>
              </a:lnSpc>
            </a:pPr>
            <a:r>
              <a:rPr lang="en-US" sz="2499" b="1">
                <a:solidFill>
                  <a:srgbClr val="50298E"/>
                </a:solidFill>
                <a:latin typeface="Libre Franklin Semi-Bold"/>
                <a:ea typeface="Libre Franklin Semi-Bold"/>
                <a:cs typeface="Libre Franklin Semi-Bold"/>
                <a:sym typeface="Libre Franklin Semi-Bold"/>
              </a:rPr>
              <a:t>Titre 2</a:t>
            </a:r>
          </a:p>
        </p:txBody>
      </p:sp>
      <p:sp>
        <p:nvSpPr>
          <p:cNvPr id="17" name="TextBox 17"/>
          <p:cNvSpPr txBox="1"/>
          <p:nvPr/>
        </p:nvSpPr>
        <p:spPr>
          <a:xfrm>
            <a:off x="1969137" y="7256995"/>
            <a:ext cx="6244201" cy="412750"/>
          </a:xfrm>
          <a:prstGeom prst="rect">
            <a:avLst/>
          </a:prstGeom>
        </p:spPr>
        <p:txBody>
          <a:bodyPr lIns="0" tIns="0" rIns="0" bIns="0" rtlCol="0" anchor="t">
            <a:spAutoFit/>
          </a:bodyPr>
          <a:lstStyle/>
          <a:p>
            <a:pPr algn="l">
              <a:lnSpc>
                <a:spcPts val="3499"/>
              </a:lnSpc>
            </a:pPr>
            <a:r>
              <a:rPr lang="en-US" sz="2499" b="1">
                <a:solidFill>
                  <a:srgbClr val="50298E"/>
                </a:solidFill>
                <a:latin typeface="Libre Franklin Semi-Bold"/>
                <a:ea typeface="Libre Franklin Semi-Bold"/>
                <a:cs typeface="Libre Franklin Semi-Bold"/>
                <a:sym typeface="Libre Franklin Semi-Bold"/>
              </a:rPr>
              <a:t>Titre 3</a:t>
            </a:r>
          </a:p>
        </p:txBody>
      </p:sp>
      <p:sp>
        <p:nvSpPr>
          <p:cNvPr id="18" name="TextBox 18"/>
          <p:cNvSpPr txBox="1"/>
          <p:nvPr/>
        </p:nvSpPr>
        <p:spPr>
          <a:xfrm>
            <a:off x="1432933" y="2195505"/>
            <a:ext cx="6529396" cy="967105"/>
          </a:xfrm>
          <a:prstGeom prst="rect">
            <a:avLst/>
          </a:prstGeom>
        </p:spPr>
        <p:txBody>
          <a:bodyPr lIns="0" tIns="0" rIns="0" bIns="0" rtlCol="0" anchor="t">
            <a:spAutoFit/>
          </a:bodyPr>
          <a:lstStyle/>
          <a:p>
            <a:pPr marL="0" lvl="0" indent="0" algn="just">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Aj</a:t>
            </a:r>
            <a:r>
              <a:rPr lang="en-US" sz="5999" b="1" u="none" strike="noStrike">
                <a:solidFill>
                  <a:srgbClr val="50298E"/>
                </a:solidFill>
                <a:latin typeface="Akzidenz-Grotesk Medium"/>
                <a:ea typeface="Akzidenz-Grotesk Medium"/>
                <a:cs typeface="Akzidenz-Grotesk Medium"/>
                <a:sym typeface="Akzidenz-Grotesk Medium"/>
              </a:rPr>
              <a:t>outer un titre</a:t>
            </a:r>
          </a:p>
        </p:txBody>
      </p:sp>
      <p:grpSp>
        <p:nvGrpSpPr>
          <p:cNvPr id="37" name="Groupe 36">
            <a:extLst>
              <a:ext uri="{FF2B5EF4-FFF2-40B4-BE49-F238E27FC236}">
                <a16:creationId xmlns:a16="http://schemas.microsoft.com/office/drawing/2014/main" id="{78A1A7DB-3055-0E65-7087-ED5C452AB1EA}"/>
              </a:ext>
            </a:extLst>
          </p:cNvPr>
          <p:cNvGrpSpPr/>
          <p:nvPr/>
        </p:nvGrpSpPr>
        <p:grpSpPr>
          <a:xfrm>
            <a:off x="1433047" y="3610817"/>
            <a:ext cx="717001" cy="184849"/>
            <a:chOff x="2245047" y="3610277"/>
            <a:chExt cx="717001" cy="184849"/>
          </a:xfrm>
        </p:grpSpPr>
        <p:sp>
          <p:nvSpPr>
            <p:cNvPr id="38" name="Rectangle : coins arrondis 37">
              <a:extLst>
                <a:ext uri="{FF2B5EF4-FFF2-40B4-BE49-F238E27FC236}">
                  <a16:creationId xmlns:a16="http://schemas.microsoft.com/office/drawing/2014/main" id="{48A332A3-561C-1933-556B-4F85EE7847AE}"/>
                </a:ext>
              </a:extLst>
            </p:cNvPr>
            <p:cNvSpPr/>
            <p:nvPr/>
          </p:nvSpPr>
          <p:spPr>
            <a:xfrm>
              <a:off x="2245047" y="3613198"/>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 coins arrondis 38">
              <a:extLst>
                <a:ext uri="{FF2B5EF4-FFF2-40B4-BE49-F238E27FC236}">
                  <a16:creationId xmlns:a16="http://schemas.microsoft.com/office/drawing/2014/main" id="{D27CD9B4-86FD-38ED-916A-33F1045ED117}"/>
                </a:ext>
              </a:extLst>
            </p:cNvPr>
            <p:cNvSpPr/>
            <p:nvPr/>
          </p:nvSpPr>
          <p:spPr>
            <a:xfrm>
              <a:off x="2512699" y="361081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 coins arrondis 39">
              <a:extLst>
                <a:ext uri="{FF2B5EF4-FFF2-40B4-BE49-F238E27FC236}">
                  <a16:creationId xmlns:a16="http://schemas.microsoft.com/office/drawing/2014/main" id="{1FADCF82-ED81-4199-95A9-742B75A36198}"/>
                </a:ext>
              </a:extLst>
            </p:cNvPr>
            <p:cNvSpPr/>
            <p:nvPr/>
          </p:nvSpPr>
          <p:spPr>
            <a:xfrm>
              <a:off x="2780351" y="361027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a:extLst>
              <a:ext uri="{FF2B5EF4-FFF2-40B4-BE49-F238E27FC236}">
                <a16:creationId xmlns:a16="http://schemas.microsoft.com/office/drawing/2014/main" id="{BF2CC4E9-E7AD-6E78-B6CB-EE1E7853D4B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956" y="597512"/>
            <a:ext cx="1040788" cy="1040788"/>
          </a:xfrm>
          <a:prstGeom prst="rect">
            <a:avLst/>
          </a:prstGeom>
        </p:spPr>
      </p:pic>
      <p:pic>
        <p:nvPicPr>
          <p:cNvPr id="10" name="Graphique 9">
            <a:extLst>
              <a:ext uri="{FF2B5EF4-FFF2-40B4-BE49-F238E27FC236}">
                <a16:creationId xmlns:a16="http://schemas.microsoft.com/office/drawing/2014/main" id="{665E6CFC-FD1E-8652-0DA3-D0C7DB57A7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962769">
            <a:off x="17005459" y="8753539"/>
            <a:ext cx="2163733" cy="21637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432933" y="5186586"/>
            <a:ext cx="6395797" cy="1514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Lorem ipsum dolor sit amet, consectetur adipiscing elit, sed do eiusmod tempor incididunt ut labore et dolore magna aliqua. Ut enim ad minim veniam, quis nostrud exercitation ullamco </a:t>
            </a:r>
          </a:p>
        </p:txBody>
      </p:sp>
      <p:sp>
        <p:nvSpPr>
          <p:cNvPr id="15" name="TextBox 15"/>
          <p:cNvSpPr txBox="1"/>
          <p:nvPr/>
        </p:nvSpPr>
        <p:spPr>
          <a:xfrm>
            <a:off x="1467470" y="2195505"/>
            <a:ext cx="14539901" cy="967105"/>
          </a:xfrm>
          <a:prstGeom prst="rect">
            <a:avLst/>
          </a:prstGeom>
        </p:spPr>
        <p:txBody>
          <a:bodyPr lIns="0" tIns="0" rIns="0" bIns="0" rtlCol="0" anchor="t">
            <a:spAutoFit/>
          </a:bodyPr>
          <a:lstStyle/>
          <a:p>
            <a:pPr marL="0" lvl="0" indent="0" algn="l">
              <a:lnSpc>
                <a:spcPts val="6359"/>
              </a:lnSpc>
              <a:spcBef>
                <a:spcPct val="0"/>
              </a:spcBef>
            </a:pPr>
            <a:r>
              <a:rPr lang="en-US" sz="5999" b="1" u="none" strike="noStrike" dirty="0" err="1">
                <a:solidFill>
                  <a:srgbClr val="50298E"/>
                </a:solidFill>
                <a:latin typeface="Akzidenz-Grotesk Medium"/>
                <a:ea typeface="Akzidenz-Grotesk Medium"/>
                <a:cs typeface="Akzidenz-Grotesk Medium"/>
                <a:sym typeface="Akzidenz-Grotesk Medium"/>
              </a:rPr>
              <a:t>Ajouter</a:t>
            </a:r>
            <a:r>
              <a:rPr lang="en-US" sz="5999" b="1" u="none" strike="noStrike" dirty="0">
                <a:solidFill>
                  <a:srgbClr val="50298E"/>
                </a:solidFill>
                <a:latin typeface="Akzidenz-Grotesk Medium"/>
                <a:ea typeface="Akzidenz-Grotesk Medium"/>
                <a:cs typeface="Akzidenz-Grotesk Medium"/>
                <a:sym typeface="Akzidenz-Grotesk Medium"/>
              </a:rPr>
              <a:t> un </a:t>
            </a:r>
            <a:r>
              <a:rPr lang="en-US" sz="5999" b="1" u="none" strike="noStrike" dirty="0" err="1">
                <a:solidFill>
                  <a:srgbClr val="50298E"/>
                </a:solidFill>
                <a:latin typeface="Akzidenz-Grotesk Medium"/>
                <a:ea typeface="Akzidenz-Grotesk Medium"/>
                <a:cs typeface="Akzidenz-Grotesk Medium"/>
                <a:sym typeface="Akzidenz-Grotesk Medium"/>
              </a:rPr>
              <a:t>titre</a:t>
            </a:r>
            <a:endParaRPr lang="en-US" sz="5999" b="1" u="none" strike="noStrike" dirty="0">
              <a:solidFill>
                <a:srgbClr val="50298E"/>
              </a:solidFill>
              <a:latin typeface="Akzidenz-Grotesk Medium"/>
              <a:ea typeface="Akzidenz-Grotesk Medium"/>
              <a:cs typeface="Akzidenz-Grotesk Medium"/>
              <a:sym typeface="Akzidenz-Grotesk Medium"/>
            </a:endParaRPr>
          </a:p>
        </p:txBody>
      </p:sp>
      <p:sp>
        <p:nvSpPr>
          <p:cNvPr id="16" name="TextBox 16"/>
          <p:cNvSpPr txBox="1"/>
          <p:nvPr/>
        </p:nvSpPr>
        <p:spPr>
          <a:xfrm>
            <a:off x="1432933" y="4173744"/>
            <a:ext cx="10650263" cy="350994"/>
          </a:xfrm>
          <a:prstGeom prst="rect">
            <a:avLst/>
          </a:prstGeom>
        </p:spPr>
        <p:txBody>
          <a:bodyPr lIns="0" tIns="0" rIns="0" bIns="0" rtlCol="0" anchor="t">
            <a:spAutoFit/>
          </a:bodyPr>
          <a:lstStyle/>
          <a:p>
            <a:pPr marL="0" lvl="0" indent="0" algn="l">
              <a:lnSpc>
                <a:spcPts val="3000"/>
              </a:lnSpc>
              <a:spcBef>
                <a:spcPct val="0"/>
              </a:spcBef>
            </a:pPr>
            <a:r>
              <a:rPr lang="en-US" sz="2000" b="1" dirty="0" err="1">
                <a:solidFill>
                  <a:srgbClr val="000000"/>
                </a:solidFill>
                <a:latin typeface="Libre Franklin"/>
                <a:sym typeface="Libre Franklin Medium"/>
              </a:rPr>
              <a:t>Ajouter</a:t>
            </a:r>
            <a:r>
              <a:rPr lang="en-US" sz="2000" b="1" u="none" strike="noStrike" dirty="0">
                <a:solidFill>
                  <a:srgbClr val="000000"/>
                </a:solidFill>
                <a:latin typeface="Libre Franklin Medium"/>
                <a:ea typeface="Libre Franklin Medium"/>
                <a:cs typeface="Libre Franklin Medium"/>
                <a:sym typeface="Libre Franklin Medium"/>
              </a:rPr>
              <a:t> </a:t>
            </a:r>
            <a:r>
              <a:rPr lang="en-US" sz="2000" b="1" dirty="0">
                <a:solidFill>
                  <a:srgbClr val="000000"/>
                </a:solidFill>
                <a:latin typeface="Libre Franklin"/>
                <a:sym typeface="Libre Franklin Medium"/>
              </a:rPr>
              <a:t>un sous-</a:t>
            </a:r>
            <a:r>
              <a:rPr lang="en-US" sz="2000" b="1" dirty="0" err="1">
                <a:solidFill>
                  <a:srgbClr val="000000"/>
                </a:solidFill>
                <a:latin typeface="Libre Franklin"/>
                <a:sym typeface="Libre Franklin Medium"/>
              </a:rPr>
              <a:t>titre</a:t>
            </a:r>
            <a:endParaRPr lang="en-US" sz="2000" b="1" dirty="0">
              <a:solidFill>
                <a:srgbClr val="000000"/>
              </a:solidFill>
              <a:latin typeface="Libre Franklin"/>
              <a:sym typeface="Libre Franklin Medium"/>
            </a:endParaRPr>
          </a:p>
        </p:txBody>
      </p:sp>
      <p:grpSp>
        <p:nvGrpSpPr>
          <p:cNvPr id="20" name="Groupe 19">
            <a:extLst>
              <a:ext uri="{FF2B5EF4-FFF2-40B4-BE49-F238E27FC236}">
                <a16:creationId xmlns:a16="http://schemas.microsoft.com/office/drawing/2014/main" id="{BEC65E45-2112-561C-3BDA-1AABB6967367}"/>
              </a:ext>
            </a:extLst>
          </p:cNvPr>
          <p:cNvGrpSpPr/>
          <p:nvPr/>
        </p:nvGrpSpPr>
        <p:grpSpPr>
          <a:xfrm>
            <a:off x="1433047" y="3610817"/>
            <a:ext cx="717001" cy="184849"/>
            <a:chOff x="2245047" y="3610277"/>
            <a:chExt cx="717001" cy="184849"/>
          </a:xfrm>
        </p:grpSpPr>
        <p:sp>
          <p:nvSpPr>
            <p:cNvPr id="21" name="Rectangle : coins arrondis 20">
              <a:extLst>
                <a:ext uri="{FF2B5EF4-FFF2-40B4-BE49-F238E27FC236}">
                  <a16:creationId xmlns:a16="http://schemas.microsoft.com/office/drawing/2014/main" id="{9CAA139B-79F6-35A2-584B-C336C7384C18}"/>
                </a:ext>
              </a:extLst>
            </p:cNvPr>
            <p:cNvSpPr/>
            <p:nvPr/>
          </p:nvSpPr>
          <p:spPr>
            <a:xfrm>
              <a:off x="2245047" y="3613198"/>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3990EB6C-7837-95C1-5BC9-43B6E2E328DD}"/>
                </a:ext>
              </a:extLst>
            </p:cNvPr>
            <p:cNvSpPr/>
            <p:nvPr/>
          </p:nvSpPr>
          <p:spPr>
            <a:xfrm>
              <a:off x="2512699" y="361081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8ABE9F64-0C23-C756-AACF-E99C634FB6C6}"/>
                </a:ext>
              </a:extLst>
            </p:cNvPr>
            <p:cNvSpPr/>
            <p:nvPr/>
          </p:nvSpPr>
          <p:spPr>
            <a:xfrm>
              <a:off x="2780351" y="361027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5" name="Graphique 4">
            <a:extLst>
              <a:ext uri="{FF2B5EF4-FFF2-40B4-BE49-F238E27FC236}">
                <a16:creationId xmlns:a16="http://schemas.microsoft.com/office/drawing/2014/main" id="{4ABA68CB-345E-7092-2832-A7DC0B020DD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956" y="597512"/>
            <a:ext cx="1040788" cy="1040788"/>
          </a:xfrm>
          <a:prstGeom prst="rect">
            <a:avLst/>
          </a:prstGeom>
        </p:spPr>
      </p:pic>
      <p:pic>
        <p:nvPicPr>
          <p:cNvPr id="6" name="Graphique 5">
            <a:extLst>
              <a:ext uri="{FF2B5EF4-FFF2-40B4-BE49-F238E27FC236}">
                <a16:creationId xmlns:a16="http://schemas.microsoft.com/office/drawing/2014/main" id="{9EB68AE0-6AE9-D826-AC61-21C7AB19F4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62769">
            <a:off x="17005459" y="8753539"/>
            <a:ext cx="2163733" cy="21637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7F2191">
                <a:alpha val="100000"/>
              </a:srgbClr>
            </a:gs>
            <a:gs pos="100000">
              <a:srgbClr val="4C005A">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3235636" y="4077652"/>
            <a:ext cx="11816727" cy="1979295"/>
          </a:xfrm>
          <a:prstGeom prst="rect">
            <a:avLst/>
          </a:prstGeom>
        </p:spPr>
        <p:txBody>
          <a:bodyPr lIns="0" tIns="0" rIns="0" bIns="0" rtlCol="0" anchor="t">
            <a:spAutoFit/>
          </a:bodyPr>
          <a:lstStyle/>
          <a:p>
            <a:pPr algn="ctr">
              <a:lnSpc>
                <a:spcPts val="13440"/>
              </a:lnSpc>
            </a:pPr>
            <a:r>
              <a:rPr lang="en-US" sz="12000" dirty="0" err="1">
                <a:solidFill>
                  <a:srgbClr val="FFFFFF"/>
                </a:solidFill>
                <a:latin typeface="Akzidenz-Grotesk"/>
                <a:ea typeface="Akzidenz-Grotesk"/>
                <a:cs typeface="Akzidenz-Grotesk"/>
                <a:sym typeface="Akzidenz-Grotesk"/>
              </a:rPr>
              <a:t>Ajouter</a:t>
            </a:r>
            <a:r>
              <a:rPr lang="en-US" sz="12000" dirty="0">
                <a:solidFill>
                  <a:srgbClr val="FFFFFF"/>
                </a:solidFill>
                <a:latin typeface="Akzidenz-Grotesk"/>
                <a:ea typeface="Akzidenz-Grotesk"/>
                <a:cs typeface="Akzidenz-Grotesk"/>
                <a:sym typeface="Akzidenz-Grotesk"/>
              </a:rPr>
              <a:t> un </a:t>
            </a:r>
            <a:r>
              <a:rPr lang="en-US" sz="12000" dirty="0" err="1">
                <a:solidFill>
                  <a:srgbClr val="FFFFFF"/>
                </a:solidFill>
                <a:latin typeface="Akzidenz-Grotesk"/>
                <a:ea typeface="Akzidenz-Grotesk"/>
                <a:cs typeface="Akzidenz-Grotesk"/>
                <a:sym typeface="Akzidenz-Grotesk"/>
              </a:rPr>
              <a:t>titre</a:t>
            </a:r>
            <a:endParaRPr lang="en-US" sz="12000" dirty="0">
              <a:solidFill>
                <a:srgbClr val="FFFFFF"/>
              </a:solidFill>
              <a:latin typeface="Akzidenz-Grotesk"/>
              <a:ea typeface="Akzidenz-Grotesk"/>
              <a:cs typeface="Akzidenz-Grotesk"/>
              <a:sym typeface="Akzidenz-Grotesk"/>
            </a:endParaRPr>
          </a:p>
        </p:txBody>
      </p:sp>
      <p:sp>
        <p:nvSpPr>
          <p:cNvPr id="15" name="TextBox 15"/>
          <p:cNvSpPr txBox="1"/>
          <p:nvPr/>
        </p:nvSpPr>
        <p:spPr>
          <a:xfrm>
            <a:off x="4343530" y="6857304"/>
            <a:ext cx="9600941" cy="547370"/>
          </a:xfrm>
          <a:prstGeom prst="rect">
            <a:avLst/>
          </a:prstGeom>
        </p:spPr>
        <p:txBody>
          <a:bodyPr lIns="0" tIns="0" rIns="0" bIns="0" rtlCol="0" anchor="t">
            <a:spAutoFit/>
          </a:bodyPr>
          <a:lstStyle/>
          <a:p>
            <a:pPr marL="0" lvl="0" indent="0" algn="ctr">
              <a:lnSpc>
                <a:spcPts val="4480"/>
              </a:lnSpc>
            </a:pPr>
            <a:r>
              <a:rPr lang="en-US" sz="3200" spc="28" dirty="0" err="1">
                <a:solidFill>
                  <a:srgbClr val="FFFFFF"/>
                </a:solidFill>
                <a:latin typeface="Libre Franklin"/>
                <a:ea typeface="Libre Franklin"/>
                <a:cs typeface="Libre Franklin"/>
                <a:sym typeface="Libre Franklin"/>
              </a:rPr>
              <a:t>Aj</a:t>
            </a:r>
            <a:r>
              <a:rPr lang="en-US" sz="3200" u="none" strike="noStrike" spc="28" dirty="0" err="1">
                <a:solidFill>
                  <a:srgbClr val="FFFFFF"/>
                </a:solidFill>
                <a:latin typeface="Libre Franklin"/>
                <a:ea typeface="Libre Franklin"/>
                <a:cs typeface="Libre Franklin"/>
                <a:sym typeface="Libre Franklin"/>
              </a:rPr>
              <a:t>outer</a:t>
            </a:r>
            <a:r>
              <a:rPr lang="en-US" sz="3200" u="none" strike="noStrike" spc="28" dirty="0">
                <a:solidFill>
                  <a:srgbClr val="FFFFFF"/>
                </a:solidFill>
                <a:latin typeface="Libre Franklin"/>
                <a:ea typeface="Libre Franklin"/>
                <a:cs typeface="Libre Franklin"/>
                <a:sym typeface="Libre Franklin"/>
              </a:rPr>
              <a:t> un sous-</a:t>
            </a:r>
            <a:r>
              <a:rPr lang="en-US" sz="3200" u="none" strike="noStrike" spc="28" dirty="0" err="1">
                <a:solidFill>
                  <a:srgbClr val="FFFFFF"/>
                </a:solidFill>
                <a:latin typeface="Libre Franklin"/>
                <a:ea typeface="Libre Franklin"/>
                <a:cs typeface="Libre Franklin"/>
                <a:sym typeface="Libre Franklin"/>
              </a:rPr>
              <a:t>titre</a:t>
            </a:r>
            <a:endParaRPr lang="en-US" sz="3200" u="none" strike="noStrike" spc="28" dirty="0">
              <a:solidFill>
                <a:srgbClr val="FFFFFF"/>
              </a:solidFill>
              <a:latin typeface="Libre Franklin"/>
              <a:ea typeface="Libre Franklin"/>
              <a:cs typeface="Libre Franklin"/>
              <a:sym typeface="Libre Franklin"/>
            </a:endParaRPr>
          </a:p>
        </p:txBody>
      </p:sp>
      <p:grpSp>
        <p:nvGrpSpPr>
          <p:cNvPr id="16" name="Groupe 15">
            <a:extLst>
              <a:ext uri="{FF2B5EF4-FFF2-40B4-BE49-F238E27FC236}">
                <a16:creationId xmlns:a16="http://schemas.microsoft.com/office/drawing/2014/main" id="{18CF0B41-F62A-376D-E4FE-9DF0FAE13482}"/>
              </a:ext>
            </a:extLst>
          </p:cNvPr>
          <p:cNvGrpSpPr/>
          <p:nvPr/>
        </p:nvGrpSpPr>
        <p:grpSpPr>
          <a:xfrm>
            <a:off x="8738019" y="6286500"/>
            <a:ext cx="811960" cy="228450"/>
            <a:chOff x="2245047" y="3610277"/>
            <a:chExt cx="717001" cy="184849"/>
          </a:xfrm>
          <a:solidFill>
            <a:srgbClr val="B78BBF"/>
          </a:solidFill>
        </p:grpSpPr>
        <p:sp>
          <p:nvSpPr>
            <p:cNvPr id="17" name="Rectangle : coins arrondis 16">
              <a:extLst>
                <a:ext uri="{FF2B5EF4-FFF2-40B4-BE49-F238E27FC236}">
                  <a16:creationId xmlns:a16="http://schemas.microsoft.com/office/drawing/2014/main" id="{156E990C-6BF3-1F4B-2E1A-0E1DCFC50701}"/>
                </a:ext>
              </a:extLst>
            </p:cNvPr>
            <p:cNvSpPr/>
            <p:nvPr/>
          </p:nvSpPr>
          <p:spPr>
            <a:xfrm>
              <a:off x="2245047" y="3613198"/>
              <a:ext cx="181697" cy="18192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ECE6CB64-91DE-03D5-11A8-675B3310AE35}"/>
                </a:ext>
              </a:extLst>
            </p:cNvPr>
            <p:cNvSpPr/>
            <p:nvPr/>
          </p:nvSpPr>
          <p:spPr>
            <a:xfrm>
              <a:off x="2512699" y="3610817"/>
              <a:ext cx="181697" cy="18192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29ABDF60-7624-DB4B-0005-1C43F2679FAD}"/>
                </a:ext>
              </a:extLst>
            </p:cNvPr>
            <p:cNvSpPr/>
            <p:nvPr/>
          </p:nvSpPr>
          <p:spPr>
            <a:xfrm>
              <a:off x="2780351" y="3610277"/>
              <a:ext cx="181697" cy="18192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3" name="Graphique 2">
            <a:extLst>
              <a:ext uri="{FF2B5EF4-FFF2-40B4-BE49-F238E27FC236}">
                <a16:creationId xmlns:a16="http://schemas.microsoft.com/office/drawing/2014/main" id="{21276D25-2B54-0CCA-BC17-E94739C77178}"/>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956" y="597512"/>
            <a:ext cx="1040788" cy="1040788"/>
          </a:xfrm>
          <a:prstGeom prst="rect">
            <a:avLst/>
          </a:prstGeom>
        </p:spPr>
      </p:pic>
      <p:pic>
        <p:nvPicPr>
          <p:cNvPr id="4" name="Graphique 3">
            <a:extLst>
              <a:ext uri="{FF2B5EF4-FFF2-40B4-BE49-F238E27FC236}">
                <a16:creationId xmlns:a16="http://schemas.microsoft.com/office/drawing/2014/main" id="{7267A954-AEB3-4989-1ACA-7B3C7BA722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62769">
            <a:off x="17005459" y="8753539"/>
            <a:ext cx="2163733" cy="21637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81968" y="6751303"/>
            <a:ext cx="877709" cy="892208"/>
          </a:xfrm>
          <a:custGeom>
            <a:avLst/>
            <a:gdLst/>
            <a:ahLst/>
            <a:cxnLst/>
            <a:rect l="l" t="t" r="r" b="b"/>
            <a:pathLst>
              <a:path w="877709" h="892208">
                <a:moveTo>
                  <a:pt x="0" y="0"/>
                </a:moveTo>
                <a:lnTo>
                  <a:pt x="877709" y="0"/>
                </a:lnTo>
                <a:lnTo>
                  <a:pt x="877709" y="892208"/>
                </a:lnTo>
                <a:lnTo>
                  <a:pt x="0" y="8922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fr-FR"/>
          </a:p>
        </p:txBody>
      </p:sp>
      <p:sp>
        <p:nvSpPr>
          <p:cNvPr id="6" name="TextBox 6"/>
          <p:cNvSpPr txBox="1"/>
          <p:nvPr/>
        </p:nvSpPr>
        <p:spPr>
          <a:xfrm>
            <a:off x="10936483" y="7236835"/>
            <a:ext cx="2872470" cy="371474"/>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Libre Franklin"/>
                <a:ea typeface="Libre Franklin"/>
                <a:cs typeface="Libre Franklin"/>
                <a:sym typeface="Libre Franklin"/>
              </a:rPr>
              <a:t>contact@esclinical.com</a:t>
            </a:r>
          </a:p>
        </p:txBody>
      </p:sp>
      <p:sp>
        <p:nvSpPr>
          <p:cNvPr id="7" name="TextBox 7"/>
          <p:cNvSpPr txBox="1"/>
          <p:nvPr/>
        </p:nvSpPr>
        <p:spPr>
          <a:xfrm>
            <a:off x="10936483" y="6713203"/>
            <a:ext cx="1247225" cy="412750"/>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50298E"/>
                </a:solidFill>
                <a:latin typeface="Libre Franklin Semi-Bold"/>
                <a:ea typeface="Libre Franklin Semi-Bold"/>
                <a:cs typeface="Libre Franklin Semi-Bold"/>
                <a:sym typeface="Libre Franklin Semi-Bold"/>
              </a:rPr>
              <a:t>Email</a:t>
            </a:r>
          </a:p>
        </p:txBody>
      </p:sp>
      <p:grpSp>
        <p:nvGrpSpPr>
          <p:cNvPr id="19" name="Group 19"/>
          <p:cNvGrpSpPr/>
          <p:nvPr/>
        </p:nvGrpSpPr>
        <p:grpSpPr>
          <a:xfrm>
            <a:off x="1481968" y="8366092"/>
            <a:ext cx="877253" cy="892492"/>
            <a:chOff x="0" y="0"/>
            <a:chExt cx="231046" cy="235060"/>
          </a:xfrm>
        </p:grpSpPr>
        <p:sp>
          <p:nvSpPr>
            <p:cNvPr id="20" name="Freeform 20"/>
            <p:cNvSpPr/>
            <p:nvPr/>
          </p:nvSpPr>
          <p:spPr>
            <a:xfrm>
              <a:off x="0" y="0"/>
              <a:ext cx="231046" cy="235060"/>
            </a:xfrm>
            <a:custGeom>
              <a:avLst/>
              <a:gdLst/>
              <a:ahLst/>
              <a:cxnLst/>
              <a:rect l="l" t="t" r="r" b="b"/>
              <a:pathLst>
                <a:path w="231046" h="235060">
                  <a:moveTo>
                    <a:pt x="114727" y="0"/>
                  </a:moveTo>
                  <a:lnTo>
                    <a:pt x="116318" y="0"/>
                  </a:lnTo>
                  <a:cubicBezTo>
                    <a:pt x="179681" y="0"/>
                    <a:pt x="231046" y="51365"/>
                    <a:pt x="231046" y="114727"/>
                  </a:cubicBezTo>
                  <a:lnTo>
                    <a:pt x="231046" y="120332"/>
                  </a:lnTo>
                  <a:cubicBezTo>
                    <a:pt x="231046" y="150760"/>
                    <a:pt x="218959" y="179941"/>
                    <a:pt x="197443" y="201457"/>
                  </a:cubicBezTo>
                  <a:cubicBezTo>
                    <a:pt x="175927" y="222972"/>
                    <a:pt x="146746" y="235060"/>
                    <a:pt x="116318" y="235060"/>
                  </a:cubicBezTo>
                  <a:lnTo>
                    <a:pt x="114727" y="235060"/>
                  </a:lnTo>
                  <a:cubicBezTo>
                    <a:pt x="51365" y="235060"/>
                    <a:pt x="0" y="183695"/>
                    <a:pt x="0" y="120332"/>
                  </a:cubicBezTo>
                  <a:lnTo>
                    <a:pt x="0" y="114727"/>
                  </a:lnTo>
                  <a:cubicBezTo>
                    <a:pt x="0" y="51365"/>
                    <a:pt x="51365" y="0"/>
                    <a:pt x="114727" y="0"/>
                  </a:cubicBezTo>
                  <a:close/>
                </a:path>
              </a:pathLst>
            </a:custGeom>
            <a:solidFill>
              <a:srgbClr val="7F2191"/>
            </a:solidFill>
          </p:spPr>
          <p:txBody>
            <a:bodyPr/>
            <a:lstStyle/>
            <a:p>
              <a:endParaRPr lang="fr-FR"/>
            </a:p>
          </p:txBody>
        </p:sp>
        <p:sp>
          <p:nvSpPr>
            <p:cNvPr id="21" name="TextBox 21"/>
            <p:cNvSpPr txBox="1"/>
            <p:nvPr/>
          </p:nvSpPr>
          <p:spPr>
            <a:xfrm>
              <a:off x="0" y="-66675"/>
              <a:ext cx="231046" cy="301735"/>
            </a:xfrm>
            <a:prstGeom prst="rect">
              <a:avLst/>
            </a:prstGeom>
          </p:spPr>
          <p:txBody>
            <a:bodyPr lIns="50800" tIns="50800" rIns="50800" bIns="50800" rtlCol="0" anchor="ctr"/>
            <a:lstStyle/>
            <a:p>
              <a:pPr algn="ctr">
                <a:lnSpc>
                  <a:spcPts val="3000"/>
                </a:lnSpc>
              </a:pPr>
              <a:endParaRPr/>
            </a:p>
          </p:txBody>
        </p:sp>
      </p:grpSp>
      <p:sp>
        <p:nvSpPr>
          <p:cNvPr id="22" name="Freeform 22"/>
          <p:cNvSpPr/>
          <p:nvPr/>
        </p:nvSpPr>
        <p:spPr>
          <a:xfrm>
            <a:off x="1723111" y="8553418"/>
            <a:ext cx="394967" cy="564239"/>
          </a:xfrm>
          <a:custGeom>
            <a:avLst/>
            <a:gdLst/>
            <a:ahLst/>
            <a:cxnLst/>
            <a:rect l="l" t="t" r="r" b="b"/>
            <a:pathLst>
              <a:path w="394967" h="564239">
                <a:moveTo>
                  <a:pt x="0" y="0"/>
                </a:moveTo>
                <a:lnTo>
                  <a:pt x="394967" y="0"/>
                </a:lnTo>
                <a:lnTo>
                  <a:pt x="394967" y="564238"/>
                </a:lnTo>
                <a:lnTo>
                  <a:pt x="0" y="564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a:p>
        </p:txBody>
      </p:sp>
      <p:grpSp>
        <p:nvGrpSpPr>
          <p:cNvPr id="23" name="Group 23"/>
          <p:cNvGrpSpPr/>
          <p:nvPr/>
        </p:nvGrpSpPr>
        <p:grpSpPr>
          <a:xfrm>
            <a:off x="9731558" y="8366092"/>
            <a:ext cx="877253" cy="892492"/>
            <a:chOff x="0" y="0"/>
            <a:chExt cx="231046" cy="235060"/>
          </a:xfrm>
        </p:grpSpPr>
        <p:sp>
          <p:nvSpPr>
            <p:cNvPr id="24" name="Freeform 24"/>
            <p:cNvSpPr/>
            <p:nvPr/>
          </p:nvSpPr>
          <p:spPr>
            <a:xfrm>
              <a:off x="0" y="0"/>
              <a:ext cx="231046" cy="235060"/>
            </a:xfrm>
            <a:custGeom>
              <a:avLst/>
              <a:gdLst/>
              <a:ahLst/>
              <a:cxnLst/>
              <a:rect l="l" t="t" r="r" b="b"/>
              <a:pathLst>
                <a:path w="231046" h="235060">
                  <a:moveTo>
                    <a:pt x="114727" y="0"/>
                  </a:moveTo>
                  <a:lnTo>
                    <a:pt x="116318" y="0"/>
                  </a:lnTo>
                  <a:cubicBezTo>
                    <a:pt x="179681" y="0"/>
                    <a:pt x="231046" y="51365"/>
                    <a:pt x="231046" y="114727"/>
                  </a:cubicBezTo>
                  <a:lnTo>
                    <a:pt x="231046" y="120332"/>
                  </a:lnTo>
                  <a:cubicBezTo>
                    <a:pt x="231046" y="150760"/>
                    <a:pt x="218959" y="179941"/>
                    <a:pt x="197443" y="201457"/>
                  </a:cubicBezTo>
                  <a:cubicBezTo>
                    <a:pt x="175927" y="222972"/>
                    <a:pt x="146746" y="235060"/>
                    <a:pt x="116318" y="235060"/>
                  </a:cubicBezTo>
                  <a:lnTo>
                    <a:pt x="114727" y="235060"/>
                  </a:lnTo>
                  <a:cubicBezTo>
                    <a:pt x="51365" y="235060"/>
                    <a:pt x="0" y="183695"/>
                    <a:pt x="0" y="120332"/>
                  </a:cubicBezTo>
                  <a:lnTo>
                    <a:pt x="0" y="114727"/>
                  </a:lnTo>
                  <a:cubicBezTo>
                    <a:pt x="0" y="51365"/>
                    <a:pt x="51365" y="0"/>
                    <a:pt x="114727" y="0"/>
                  </a:cubicBezTo>
                  <a:close/>
                </a:path>
              </a:pathLst>
            </a:custGeom>
            <a:solidFill>
              <a:srgbClr val="7F2191"/>
            </a:solidFill>
          </p:spPr>
          <p:txBody>
            <a:bodyPr/>
            <a:lstStyle/>
            <a:p>
              <a:endParaRPr lang="fr-FR"/>
            </a:p>
          </p:txBody>
        </p:sp>
        <p:sp>
          <p:nvSpPr>
            <p:cNvPr id="25" name="TextBox 25"/>
            <p:cNvSpPr txBox="1"/>
            <p:nvPr/>
          </p:nvSpPr>
          <p:spPr>
            <a:xfrm>
              <a:off x="0" y="-66675"/>
              <a:ext cx="231046" cy="301735"/>
            </a:xfrm>
            <a:prstGeom prst="rect">
              <a:avLst/>
            </a:prstGeom>
          </p:spPr>
          <p:txBody>
            <a:bodyPr lIns="50800" tIns="50800" rIns="50800" bIns="50800" rtlCol="0" anchor="ctr"/>
            <a:lstStyle/>
            <a:p>
              <a:pPr algn="ctr">
                <a:lnSpc>
                  <a:spcPts val="3000"/>
                </a:lnSpc>
              </a:pPr>
              <a:endParaRPr/>
            </a:p>
          </p:txBody>
        </p:sp>
      </p:grpSp>
      <p:sp>
        <p:nvSpPr>
          <p:cNvPr id="26" name="Freeform 26"/>
          <p:cNvSpPr/>
          <p:nvPr/>
        </p:nvSpPr>
        <p:spPr>
          <a:xfrm>
            <a:off x="9890815" y="8532969"/>
            <a:ext cx="558740" cy="558740"/>
          </a:xfrm>
          <a:custGeom>
            <a:avLst/>
            <a:gdLst/>
            <a:ahLst/>
            <a:cxnLst/>
            <a:rect l="l" t="t" r="r" b="b"/>
            <a:pathLst>
              <a:path w="558740" h="558740">
                <a:moveTo>
                  <a:pt x="0" y="0"/>
                </a:moveTo>
                <a:lnTo>
                  <a:pt x="558740" y="0"/>
                </a:lnTo>
                <a:lnTo>
                  <a:pt x="558740" y="558740"/>
                </a:lnTo>
                <a:lnTo>
                  <a:pt x="0" y="5587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fr-FR"/>
          </a:p>
        </p:txBody>
      </p:sp>
      <p:sp>
        <p:nvSpPr>
          <p:cNvPr id="27" name="TextBox 27"/>
          <p:cNvSpPr txBox="1"/>
          <p:nvPr/>
        </p:nvSpPr>
        <p:spPr>
          <a:xfrm>
            <a:off x="10936483" y="8851624"/>
            <a:ext cx="3653320" cy="371474"/>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Libre Franklin"/>
                <a:ea typeface="Libre Franklin"/>
                <a:cs typeface="Libre Franklin"/>
                <a:sym typeface="Libre Franklin"/>
              </a:rPr>
              <a:t>esclinical</a:t>
            </a:r>
            <a:r>
              <a:rPr lang="en-US" sz="2000" u="none" strike="noStrike">
                <a:solidFill>
                  <a:srgbClr val="000000"/>
                </a:solidFill>
                <a:latin typeface="Libre Franklin"/>
                <a:ea typeface="Libre Franklin"/>
                <a:cs typeface="Libre Franklin"/>
                <a:sym typeface="Libre Franklin"/>
              </a:rPr>
              <a:t>.com</a:t>
            </a:r>
          </a:p>
        </p:txBody>
      </p:sp>
      <p:sp>
        <p:nvSpPr>
          <p:cNvPr id="28" name="TextBox 28"/>
          <p:cNvSpPr txBox="1"/>
          <p:nvPr/>
        </p:nvSpPr>
        <p:spPr>
          <a:xfrm>
            <a:off x="2672394" y="7236835"/>
            <a:ext cx="2576154" cy="371474"/>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000000"/>
                </a:solidFill>
                <a:latin typeface="Libre Franklin"/>
                <a:ea typeface="Libre Franklin"/>
                <a:cs typeface="Libre Franklin"/>
                <a:sym typeface="Libre Franklin"/>
              </a:rPr>
              <a:t>+213 20 33 91 20</a:t>
            </a:r>
          </a:p>
        </p:txBody>
      </p:sp>
      <p:sp>
        <p:nvSpPr>
          <p:cNvPr id="29" name="TextBox 29"/>
          <p:cNvSpPr txBox="1"/>
          <p:nvPr/>
        </p:nvSpPr>
        <p:spPr>
          <a:xfrm>
            <a:off x="2672394" y="6713203"/>
            <a:ext cx="1735809" cy="412750"/>
          </a:xfrm>
          <a:prstGeom prst="rect">
            <a:avLst/>
          </a:prstGeom>
        </p:spPr>
        <p:txBody>
          <a:bodyPr lIns="0" tIns="0" rIns="0" bIns="0" rtlCol="0" anchor="t">
            <a:spAutoFit/>
          </a:bodyPr>
          <a:lstStyle/>
          <a:p>
            <a:pPr algn="l">
              <a:lnSpc>
                <a:spcPts val="3499"/>
              </a:lnSpc>
            </a:pPr>
            <a:r>
              <a:rPr lang="en-US" sz="2499" b="1">
                <a:solidFill>
                  <a:srgbClr val="50298E"/>
                </a:solidFill>
                <a:latin typeface="Libre Franklin Semi-Bold"/>
                <a:ea typeface="Libre Franklin Semi-Bold"/>
                <a:cs typeface="Libre Franklin Semi-Bold"/>
                <a:sym typeface="Libre Franklin Semi-Bold"/>
              </a:rPr>
              <a:t>Téléphone</a:t>
            </a:r>
          </a:p>
        </p:txBody>
      </p:sp>
      <p:sp>
        <p:nvSpPr>
          <p:cNvPr id="30" name="TextBox 30"/>
          <p:cNvSpPr txBox="1"/>
          <p:nvPr/>
        </p:nvSpPr>
        <p:spPr>
          <a:xfrm>
            <a:off x="2672394" y="8847831"/>
            <a:ext cx="6089344" cy="371474"/>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Libre Franklin"/>
                <a:ea typeface="Libre Franklin"/>
                <a:cs typeface="Libre Franklin"/>
                <a:sym typeface="Libre Franklin"/>
              </a:rPr>
              <a:t>76, Coop Mina Benhaddadi Dar Diaf Chéraga, Alger</a:t>
            </a:r>
          </a:p>
        </p:txBody>
      </p:sp>
      <p:sp>
        <p:nvSpPr>
          <p:cNvPr id="31" name="TextBox 31"/>
          <p:cNvSpPr txBox="1"/>
          <p:nvPr/>
        </p:nvSpPr>
        <p:spPr>
          <a:xfrm>
            <a:off x="2662869" y="8324199"/>
            <a:ext cx="1735809" cy="412750"/>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50298E"/>
                </a:solidFill>
                <a:latin typeface="Libre Franklin Semi-Bold"/>
                <a:ea typeface="Libre Franklin Semi-Bold"/>
                <a:cs typeface="Libre Franklin Semi-Bold"/>
                <a:sym typeface="Libre Franklin Semi-Bold"/>
              </a:rPr>
              <a:t>Adresse</a:t>
            </a:r>
          </a:p>
        </p:txBody>
      </p:sp>
      <p:sp>
        <p:nvSpPr>
          <p:cNvPr id="32" name="TextBox 32"/>
          <p:cNvSpPr txBox="1"/>
          <p:nvPr/>
        </p:nvSpPr>
        <p:spPr>
          <a:xfrm>
            <a:off x="10936483" y="8327992"/>
            <a:ext cx="1735809" cy="412750"/>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50298E"/>
                </a:solidFill>
                <a:latin typeface="Libre Franklin Bold"/>
                <a:ea typeface="Libre Franklin Bold"/>
                <a:cs typeface="Libre Franklin Bold"/>
                <a:sym typeface="Libre Franklin Bold"/>
              </a:rPr>
              <a:t>Site web</a:t>
            </a:r>
          </a:p>
        </p:txBody>
      </p:sp>
      <p:sp>
        <p:nvSpPr>
          <p:cNvPr id="33" name="TextBox 33"/>
          <p:cNvSpPr txBox="1"/>
          <p:nvPr/>
        </p:nvSpPr>
        <p:spPr>
          <a:xfrm>
            <a:off x="1394833" y="2238389"/>
            <a:ext cx="4650557" cy="1515966"/>
          </a:xfrm>
          <a:prstGeom prst="rect">
            <a:avLst/>
          </a:prstGeom>
        </p:spPr>
        <p:txBody>
          <a:bodyPr lIns="0" tIns="0" rIns="0" bIns="0" rtlCol="0" anchor="t">
            <a:spAutoFit/>
          </a:bodyPr>
          <a:lstStyle/>
          <a:p>
            <a:pPr algn="l">
              <a:lnSpc>
                <a:spcPts val="10090"/>
              </a:lnSpc>
            </a:pPr>
            <a:r>
              <a:rPr lang="en-US" sz="9519" b="1">
                <a:solidFill>
                  <a:srgbClr val="50298E"/>
                </a:solidFill>
                <a:latin typeface="Akzidenz-Grotesk Medium"/>
                <a:ea typeface="Akzidenz-Grotesk Medium"/>
                <a:cs typeface="Akzidenz-Grotesk Medium"/>
                <a:sym typeface="Akzidenz-Grotesk Medium"/>
              </a:rPr>
              <a:t>Merci.</a:t>
            </a:r>
          </a:p>
        </p:txBody>
      </p:sp>
      <p:sp>
        <p:nvSpPr>
          <p:cNvPr id="34" name="TextBox 34"/>
          <p:cNvSpPr txBox="1"/>
          <p:nvPr/>
        </p:nvSpPr>
        <p:spPr>
          <a:xfrm>
            <a:off x="1467470" y="4498332"/>
            <a:ext cx="6800362" cy="1133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Nous restons à votre disposition pour toute question ou demande d’information. Contactez-nous pour échanger sur vos besoins et vos projets.</a:t>
            </a:r>
          </a:p>
        </p:txBody>
      </p:sp>
      <p:grpSp>
        <p:nvGrpSpPr>
          <p:cNvPr id="35" name="Group 35"/>
          <p:cNvGrpSpPr/>
          <p:nvPr/>
        </p:nvGrpSpPr>
        <p:grpSpPr>
          <a:xfrm>
            <a:off x="9731558" y="6751303"/>
            <a:ext cx="877253" cy="892492"/>
            <a:chOff x="0" y="0"/>
            <a:chExt cx="231046" cy="235060"/>
          </a:xfrm>
        </p:grpSpPr>
        <p:sp>
          <p:nvSpPr>
            <p:cNvPr id="36" name="Freeform 36"/>
            <p:cNvSpPr/>
            <p:nvPr/>
          </p:nvSpPr>
          <p:spPr>
            <a:xfrm>
              <a:off x="0" y="0"/>
              <a:ext cx="231046" cy="235060"/>
            </a:xfrm>
            <a:custGeom>
              <a:avLst/>
              <a:gdLst/>
              <a:ahLst/>
              <a:cxnLst/>
              <a:rect l="l" t="t" r="r" b="b"/>
              <a:pathLst>
                <a:path w="231046" h="235060">
                  <a:moveTo>
                    <a:pt x="114727" y="0"/>
                  </a:moveTo>
                  <a:lnTo>
                    <a:pt x="116318" y="0"/>
                  </a:lnTo>
                  <a:cubicBezTo>
                    <a:pt x="179681" y="0"/>
                    <a:pt x="231046" y="51365"/>
                    <a:pt x="231046" y="114727"/>
                  </a:cubicBezTo>
                  <a:lnTo>
                    <a:pt x="231046" y="120332"/>
                  </a:lnTo>
                  <a:cubicBezTo>
                    <a:pt x="231046" y="150760"/>
                    <a:pt x="218959" y="179941"/>
                    <a:pt x="197443" y="201457"/>
                  </a:cubicBezTo>
                  <a:cubicBezTo>
                    <a:pt x="175927" y="222972"/>
                    <a:pt x="146746" y="235060"/>
                    <a:pt x="116318" y="235060"/>
                  </a:cubicBezTo>
                  <a:lnTo>
                    <a:pt x="114727" y="235060"/>
                  </a:lnTo>
                  <a:cubicBezTo>
                    <a:pt x="51365" y="235060"/>
                    <a:pt x="0" y="183695"/>
                    <a:pt x="0" y="120332"/>
                  </a:cubicBezTo>
                  <a:lnTo>
                    <a:pt x="0" y="114727"/>
                  </a:lnTo>
                  <a:cubicBezTo>
                    <a:pt x="0" y="51365"/>
                    <a:pt x="51365" y="0"/>
                    <a:pt x="114727" y="0"/>
                  </a:cubicBezTo>
                  <a:close/>
                </a:path>
              </a:pathLst>
            </a:custGeom>
            <a:solidFill>
              <a:srgbClr val="7F2191"/>
            </a:solidFill>
          </p:spPr>
          <p:txBody>
            <a:bodyPr/>
            <a:lstStyle/>
            <a:p>
              <a:endParaRPr lang="fr-FR"/>
            </a:p>
          </p:txBody>
        </p:sp>
        <p:sp>
          <p:nvSpPr>
            <p:cNvPr id="37" name="TextBox 37"/>
            <p:cNvSpPr txBox="1"/>
            <p:nvPr/>
          </p:nvSpPr>
          <p:spPr>
            <a:xfrm>
              <a:off x="0" y="-66675"/>
              <a:ext cx="231046" cy="301735"/>
            </a:xfrm>
            <a:prstGeom prst="rect">
              <a:avLst/>
            </a:prstGeom>
          </p:spPr>
          <p:txBody>
            <a:bodyPr lIns="50800" tIns="50800" rIns="50800" bIns="50800" rtlCol="0" anchor="ctr"/>
            <a:lstStyle/>
            <a:p>
              <a:pPr algn="ctr">
                <a:lnSpc>
                  <a:spcPts val="3000"/>
                </a:lnSpc>
              </a:pPr>
              <a:endParaRPr/>
            </a:p>
          </p:txBody>
        </p:sp>
      </p:grpSp>
      <p:sp>
        <p:nvSpPr>
          <p:cNvPr id="38" name="Freeform 38"/>
          <p:cNvSpPr/>
          <p:nvPr/>
        </p:nvSpPr>
        <p:spPr>
          <a:xfrm>
            <a:off x="9878424" y="7006967"/>
            <a:ext cx="583521" cy="380880"/>
          </a:xfrm>
          <a:custGeom>
            <a:avLst/>
            <a:gdLst/>
            <a:ahLst/>
            <a:cxnLst/>
            <a:rect l="l" t="t" r="r" b="b"/>
            <a:pathLst>
              <a:path w="583521" h="380880">
                <a:moveTo>
                  <a:pt x="0" y="0"/>
                </a:moveTo>
                <a:lnTo>
                  <a:pt x="583521" y="0"/>
                </a:lnTo>
                <a:lnTo>
                  <a:pt x="583521" y="380880"/>
                </a:lnTo>
                <a:lnTo>
                  <a:pt x="0" y="3808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fr-FR"/>
          </a:p>
        </p:txBody>
      </p:sp>
      <p:grpSp>
        <p:nvGrpSpPr>
          <p:cNvPr id="39" name="Groupe 38">
            <a:extLst>
              <a:ext uri="{FF2B5EF4-FFF2-40B4-BE49-F238E27FC236}">
                <a16:creationId xmlns:a16="http://schemas.microsoft.com/office/drawing/2014/main" id="{B9A1F2DD-4F0A-A179-4F32-8461FBF95C1D}"/>
              </a:ext>
            </a:extLst>
          </p:cNvPr>
          <p:cNvGrpSpPr/>
          <p:nvPr/>
        </p:nvGrpSpPr>
        <p:grpSpPr>
          <a:xfrm>
            <a:off x="1481968" y="3915086"/>
            <a:ext cx="717001" cy="184849"/>
            <a:chOff x="2245047" y="3610277"/>
            <a:chExt cx="717001" cy="184849"/>
          </a:xfrm>
        </p:grpSpPr>
        <p:sp>
          <p:nvSpPr>
            <p:cNvPr id="40" name="Rectangle : coins arrondis 39">
              <a:extLst>
                <a:ext uri="{FF2B5EF4-FFF2-40B4-BE49-F238E27FC236}">
                  <a16:creationId xmlns:a16="http://schemas.microsoft.com/office/drawing/2014/main" id="{4E1F89A4-411D-AF0F-D399-8D32026C9FB0}"/>
                </a:ext>
              </a:extLst>
            </p:cNvPr>
            <p:cNvSpPr/>
            <p:nvPr/>
          </p:nvSpPr>
          <p:spPr>
            <a:xfrm>
              <a:off x="2245047" y="3613198"/>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 coins arrondis 40">
              <a:extLst>
                <a:ext uri="{FF2B5EF4-FFF2-40B4-BE49-F238E27FC236}">
                  <a16:creationId xmlns:a16="http://schemas.microsoft.com/office/drawing/2014/main" id="{00F95FAC-FE04-DBF8-1819-A937B30A24B6}"/>
                </a:ext>
              </a:extLst>
            </p:cNvPr>
            <p:cNvSpPr/>
            <p:nvPr/>
          </p:nvSpPr>
          <p:spPr>
            <a:xfrm>
              <a:off x="2512699" y="361081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 coins arrondis 41">
              <a:extLst>
                <a:ext uri="{FF2B5EF4-FFF2-40B4-BE49-F238E27FC236}">
                  <a16:creationId xmlns:a16="http://schemas.microsoft.com/office/drawing/2014/main" id="{E87DD09C-19CC-E527-6F00-6D90D8607F35}"/>
                </a:ext>
              </a:extLst>
            </p:cNvPr>
            <p:cNvSpPr/>
            <p:nvPr/>
          </p:nvSpPr>
          <p:spPr>
            <a:xfrm>
              <a:off x="2780351" y="3610277"/>
              <a:ext cx="181697" cy="181928"/>
            </a:xfrm>
            <a:prstGeom prst="roundRect">
              <a:avLst/>
            </a:prstGeom>
            <a:solidFill>
              <a:srgbClr val="7F21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0" name="Graphique 9">
            <a:extLst>
              <a:ext uri="{FF2B5EF4-FFF2-40B4-BE49-F238E27FC236}">
                <a16:creationId xmlns:a16="http://schemas.microsoft.com/office/drawing/2014/main" id="{B68FB68B-FD26-7E47-B2B0-00FCFA268DA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436211" y="1063902"/>
            <a:ext cx="4950728" cy="1256640"/>
          </a:xfrm>
          <a:prstGeom prst="rect">
            <a:avLst/>
          </a:prstGeom>
        </p:spPr>
      </p:pic>
      <p:pic>
        <p:nvPicPr>
          <p:cNvPr id="12" name="Graphique 11">
            <a:extLst>
              <a:ext uri="{FF2B5EF4-FFF2-40B4-BE49-F238E27FC236}">
                <a16:creationId xmlns:a16="http://schemas.microsoft.com/office/drawing/2014/main" id="{CB2B22C4-2A12-2A19-5DC9-7EA0418FBA1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2440376">
            <a:off x="15378548" y="7110847"/>
            <a:ext cx="4762500" cy="4762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393</Words>
  <Application>Microsoft Office PowerPoint</Application>
  <PresentationFormat>Personnalisé</PresentationFormat>
  <Paragraphs>55</Paragraphs>
  <Slides>9</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9</vt:i4>
      </vt:variant>
    </vt:vector>
  </HeadingPairs>
  <TitlesOfParts>
    <vt:vector size="18" baseType="lpstr">
      <vt:lpstr>Calibri</vt:lpstr>
      <vt:lpstr>Akzidenz-Grotesk</vt:lpstr>
      <vt:lpstr>Akzidenz-Grotesk Medium</vt:lpstr>
      <vt:lpstr>Libre Franklin</vt:lpstr>
      <vt:lpstr>Libre Franklin Medium</vt:lpstr>
      <vt:lpstr>Libre Franklin Semi-Bold</vt:lpstr>
      <vt:lpstr>Arial</vt:lpstr>
      <vt:lpstr>Libre Franklin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PPT</dc:title>
  <cp:lastModifiedBy>DABC</cp:lastModifiedBy>
  <cp:revision>3</cp:revision>
  <dcterms:created xsi:type="dcterms:W3CDTF">2006-08-16T00:00:00Z</dcterms:created>
  <dcterms:modified xsi:type="dcterms:W3CDTF">2026-08-05T13:29:03Z</dcterms:modified>
  <dc:identifier>DAG7hOX7YJ0</dc:identifier>
</cp:coreProperties>
</file>