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kzidenz-Grotesk" panose="020B0604020202020204" charset="0"/>
      <p:regular r:id="rId16"/>
    </p:embeddedFont>
    <p:embeddedFont>
      <p:font typeface="Akzidenz-Grotesk Medium" panose="020B0604020202020204" charset="0"/>
      <p:regular r:id="rId17"/>
    </p:embeddedFont>
    <p:embeddedFont>
      <p:font typeface="Libre Franklin" pitchFamily="2" charset="0"/>
      <p:regular r:id="rId18"/>
      <p:bold r:id="rId19"/>
    </p:embeddedFont>
    <p:embeddedFont>
      <p:font typeface="Libre Franklin Bold" charset="0"/>
      <p:regular r:id="rId20"/>
    </p:embeddedFont>
    <p:embeddedFont>
      <p:font typeface="Libre Franklin Medium" pitchFamily="2" charset="0"/>
      <p:regular r:id="rId21"/>
    </p:embeddedFont>
    <p:embeddedFont>
      <p:font typeface="Libre Franklin Semi-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988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4.png"/><Relationship Id="rId21" Type="http://schemas.openxmlformats.org/officeDocument/2006/relationships/image" Target="../media/image29.svg"/><Relationship Id="rId42" Type="http://schemas.openxmlformats.org/officeDocument/2006/relationships/image" Target="../media/image50.png"/><Relationship Id="rId47" Type="http://schemas.openxmlformats.org/officeDocument/2006/relationships/image" Target="../media/image55.svg"/><Relationship Id="rId63" Type="http://schemas.openxmlformats.org/officeDocument/2006/relationships/image" Target="../media/image71.svg"/><Relationship Id="rId68" Type="http://schemas.openxmlformats.org/officeDocument/2006/relationships/image" Target="../media/image76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9" Type="http://schemas.openxmlformats.org/officeDocument/2006/relationships/image" Target="../media/image37.svg"/><Relationship Id="rId11" Type="http://schemas.openxmlformats.org/officeDocument/2006/relationships/image" Target="../media/image19.sv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37" Type="http://schemas.openxmlformats.org/officeDocument/2006/relationships/image" Target="../media/image45.svg"/><Relationship Id="rId40" Type="http://schemas.openxmlformats.org/officeDocument/2006/relationships/image" Target="../media/image48.png"/><Relationship Id="rId45" Type="http://schemas.openxmlformats.org/officeDocument/2006/relationships/image" Target="../media/image53.svg"/><Relationship Id="rId53" Type="http://schemas.openxmlformats.org/officeDocument/2006/relationships/image" Target="../media/image61.svg"/><Relationship Id="rId58" Type="http://schemas.openxmlformats.org/officeDocument/2006/relationships/image" Target="../media/image66.png"/><Relationship Id="rId66" Type="http://schemas.openxmlformats.org/officeDocument/2006/relationships/image" Target="../media/image74.png"/><Relationship Id="rId5" Type="http://schemas.openxmlformats.org/officeDocument/2006/relationships/image" Target="../media/image13.svg"/><Relationship Id="rId61" Type="http://schemas.openxmlformats.org/officeDocument/2006/relationships/image" Target="../media/image69.svg"/><Relationship Id="rId19" Type="http://schemas.openxmlformats.org/officeDocument/2006/relationships/image" Target="../media/image27.sv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svg"/><Relationship Id="rId30" Type="http://schemas.openxmlformats.org/officeDocument/2006/relationships/image" Target="../media/image38.png"/><Relationship Id="rId35" Type="http://schemas.openxmlformats.org/officeDocument/2006/relationships/image" Target="../media/image43.svg"/><Relationship Id="rId43" Type="http://schemas.openxmlformats.org/officeDocument/2006/relationships/image" Target="../media/image51.svg"/><Relationship Id="rId48" Type="http://schemas.openxmlformats.org/officeDocument/2006/relationships/image" Target="../media/image56.png"/><Relationship Id="rId56" Type="http://schemas.openxmlformats.org/officeDocument/2006/relationships/image" Target="../media/image64.png"/><Relationship Id="rId64" Type="http://schemas.openxmlformats.org/officeDocument/2006/relationships/image" Target="../media/image72.png"/><Relationship Id="rId69" Type="http://schemas.openxmlformats.org/officeDocument/2006/relationships/image" Target="../media/image77.svg"/><Relationship Id="rId8" Type="http://schemas.openxmlformats.org/officeDocument/2006/relationships/image" Target="../media/image16.png"/><Relationship Id="rId51" Type="http://schemas.openxmlformats.org/officeDocument/2006/relationships/image" Target="../media/image59.svg"/><Relationship Id="rId72" Type="http://schemas.openxmlformats.org/officeDocument/2006/relationships/image" Target="../media/image80.png"/><Relationship Id="rId3" Type="http://schemas.openxmlformats.org/officeDocument/2006/relationships/image" Target="../media/image11.svg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5" Type="http://schemas.openxmlformats.org/officeDocument/2006/relationships/image" Target="../media/image33.svg"/><Relationship Id="rId33" Type="http://schemas.openxmlformats.org/officeDocument/2006/relationships/image" Target="../media/image41.svg"/><Relationship Id="rId38" Type="http://schemas.openxmlformats.org/officeDocument/2006/relationships/image" Target="../media/image46.png"/><Relationship Id="rId46" Type="http://schemas.openxmlformats.org/officeDocument/2006/relationships/image" Target="../media/image54.png"/><Relationship Id="rId59" Type="http://schemas.openxmlformats.org/officeDocument/2006/relationships/image" Target="../media/image67.svg"/><Relationship Id="rId67" Type="http://schemas.openxmlformats.org/officeDocument/2006/relationships/image" Target="../media/image75.svg"/><Relationship Id="rId20" Type="http://schemas.openxmlformats.org/officeDocument/2006/relationships/image" Target="../media/image28.png"/><Relationship Id="rId41" Type="http://schemas.openxmlformats.org/officeDocument/2006/relationships/image" Target="../media/image49.svg"/><Relationship Id="rId54" Type="http://schemas.openxmlformats.org/officeDocument/2006/relationships/image" Target="../media/image62.png"/><Relationship Id="rId62" Type="http://schemas.openxmlformats.org/officeDocument/2006/relationships/image" Target="../media/image70.png"/><Relationship Id="rId70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5" Type="http://schemas.openxmlformats.org/officeDocument/2006/relationships/image" Target="../media/image23.svg"/><Relationship Id="rId23" Type="http://schemas.openxmlformats.org/officeDocument/2006/relationships/image" Target="../media/image31.svg"/><Relationship Id="rId28" Type="http://schemas.openxmlformats.org/officeDocument/2006/relationships/image" Target="../media/image36.png"/><Relationship Id="rId36" Type="http://schemas.openxmlformats.org/officeDocument/2006/relationships/image" Target="../media/image44.png"/><Relationship Id="rId49" Type="http://schemas.openxmlformats.org/officeDocument/2006/relationships/image" Target="../media/image57.svg"/><Relationship Id="rId57" Type="http://schemas.openxmlformats.org/officeDocument/2006/relationships/image" Target="../media/image65.svg"/><Relationship Id="rId10" Type="http://schemas.openxmlformats.org/officeDocument/2006/relationships/image" Target="../media/image18.png"/><Relationship Id="rId31" Type="http://schemas.openxmlformats.org/officeDocument/2006/relationships/image" Target="../media/image39.svg"/><Relationship Id="rId44" Type="http://schemas.openxmlformats.org/officeDocument/2006/relationships/image" Target="../media/image52.png"/><Relationship Id="rId52" Type="http://schemas.openxmlformats.org/officeDocument/2006/relationships/image" Target="../media/image60.png"/><Relationship Id="rId60" Type="http://schemas.openxmlformats.org/officeDocument/2006/relationships/image" Target="../media/image68.png"/><Relationship Id="rId65" Type="http://schemas.openxmlformats.org/officeDocument/2006/relationships/image" Target="../media/image73.svg"/><Relationship Id="rId73" Type="http://schemas.openxmlformats.org/officeDocument/2006/relationships/image" Target="../media/image81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3" Type="http://schemas.openxmlformats.org/officeDocument/2006/relationships/image" Target="../media/image21.svg"/><Relationship Id="rId18" Type="http://schemas.openxmlformats.org/officeDocument/2006/relationships/image" Target="../media/image26.png"/><Relationship Id="rId39" Type="http://schemas.openxmlformats.org/officeDocument/2006/relationships/image" Target="../media/image47.svg"/><Relationship Id="rId34" Type="http://schemas.openxmlformats.org/officeDocument/2006/relationships/image" Target="../media/image42.png"/><Relationship Id="rId50" Type="http://schemas.openxmlformats.org/officeDocument/2006/relationships/image" Target="../media/image58.png"/><Relationship Id="rId55" Type="http://schemas.openxmlformats.org/officeDocument/2006/relationships/image" Target="../media/image63.svg"/><Relationship Id="rId7" Type="http://schemas.openxmlformats.org/officeDocument/2006/relationships/image" Target="../media/image15.svg"/><Relationship Id="rId71" Type="http://schemas.openxmlformats.org/officeDocument/2006/relationships/image" Target="../media/image79.sv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6.png"/><Relationship Id="rId21" Type="http://schemas.openxmlformats.org/officeDocument/2006/relationships/image" Target="../media/image101.svg"/><Relationship Id="rId42" Type="http://schemas.openxmlformats.org/officeDocument/2006/relationships/image" Target="../media/image122.png"/><Relationship Id="rId47" Type="http://schemas.openxmlformats.org/officeDocument/2006/relationships/image" Target="../media/image127.svg"/><Relationship Id="rId63" Type="http://schemas.openxmlformats.org/officeDocument/2006/relationships/image" Target="../media/image143.svg"/><Relationship Id="rId68" Type="http://schemas.openxmlformats.org/officeDocument/2006/relationships/image" Target="../media/image148.png"/><Relationship Id="rId2" Type="http://schemas.openxmlformats.org/officeDocument/2006/relationships/image" Target="../media/image82.png"/><Relationship Id="rId16" Type="http://schemas.openxmlformats.org/officeDocument/2006/relationships/image" Target="../media/image96.png"/><Relationship Id="rId29" Type="http://schemas.openxmlformats.org/officeDocument/2006/relationships/image" Target="../media/image109.svg"/><Relationship Id="rId11" Type="http://schemas.openxmlformats.org/officeDocument/2006/relationships/image" Target="../media/image91.svg"/><Relationship Id="rId24" Type="http://schemas.openxmlformats.org/officeDocument/2006/relationships/image" Target="../media/image104.png"/><Relationship Id="rId32" Type="http://schemas.openxmlformats.org/officeDocument/2006/relationships/image" Target="../media/image112.png"/><Relationship Id="rId37" Type="http://schemas.openxmlformats.org/officeDocument/2006/relationships/image" Target="../media/image117.svg"/><Relationship Id="rId40" Type="http://schemas.openxmlformats.org/officeDocument/2006/relationships/image" Target="../media/image120.png"/><Relationship Id="rId45" Type="http://schemas.openxmlformats.org/officeDocument/2006/relationships/image" Target="../media/image125.svg"/><Relationship Id="rId53" Type="http://schemas.openxmlformats.org/officeDocument/2006/relationships/image" Target="../media/image133.svg"/><Relationship Id="rId58" Type="http://schemas.openxmlformats.org/officeDocument/2006/relationships/image" Target="../media/image138.png"/><Relationship Id="rId66" Type="http://schemas.openxmlformats.org/officeDocument/2006/relationships/image" Target="../media/image146.png"/><Relationship Id="rId5" Type="http://schemas.openxmlformats.org/officeDocument/2006/relationships/image" Target="../media/image85.svg"/><Relationship Id="rId61" Type="http://schemas.openxmlformats.org/officeDocument/2006/relationships/image" Target="../media/image141.svg"/><Relationship Id="rId19" Type="http://schemas.openxmlformats.org/officeDocument/2006/relationships/image" Target="../media/image99.svg"/><Relationship Id="rId14" Type="http://schemas.openxmlformats.org/officeDocument/2006/relationships/image" Target="../media/image94.png"/><Relationship Id="rId22" Type="http://schemas.openxmlformats.org/officeDocument/2006/relationships/image" Target="../media/image102.png"/><Relationship Id="rId27" Type="http://schemas.openxmlformats.org/officeDocument/2006/relationships/image" Target="../media/image107.svg"/><Relationship Id="rId30" Type="http://schemas.openxmlformats.org/officeDocument/2006/relationships/image" Target="../media/image110.png"/><Relationship Id="rId35" Type="http://schemas.openxmlformats.org/officeDocument/2006/relationships/image" Target="../media/image115.svg"/><Relationship Id="rId43" Type="http://schemas.openxmlformats.org/officeDocument/2006/relationships/image" Target="../media/image123.svg"/><Relationship Id="rId48" Type="http://schemas.openxmlformats.org/officeDocument/2006/relationships/image" Target="../media/image128.png"/><Relationship Id="rId56" Type="http://schemas.openxmlformats.org/officeDocument/2006/relationships/image" Target="../media/image136.png"/><Relationship Id="rId64" Type="http://schemas.openxmlformats.org/officeDocument/2006/relationships/image" Target="../media/image144.png"/><Relationship Id="rId69" Type="http://schemas.openxmlformats.org/officeDocument/2006/relationships/image" Target="../media/image149.svg"/><Relationship Id="rId8" Type="http://schemas.openxmlformats.org/officeDocument/2006/relationships/image" Target="../media/image88.png"/><Relationship Id="rId51" Type="http://schemas.openxmlformats.org/officeDocument/2006/relationships/image" Target="../media/image131.svg"/><Relationship Id="rId72" Type="http://schemas.openxmlformats.org/officeDocument/2006/relationships/image" Target="../media/image152.png"/><Relationship Id="rId3" Type="http://schemas.openxmlformats.org/officeDocument/2006/relationships/image" Target="../media/image83.svg"/><Relationship Id="rId12" Type="http://schemas.openxmlformats.org/officeDocument/2006/relationships/image" Target="../media/image92.png"/><Relationship Id="rId17" Type="http://schemas.openxmlformats.org/officeDocument/2006/relationships/image" Target="../media/image97.svg"/><Relationship Id="rId25" Type="http://schemas.openxmlformats.org/officeDocument/2006/relationships/image" Target="../media/image105.svg"/><Relationship Id="rId33" Type="http://schemas.openxmlformats.org/officeDocument/2006/relationships/image" Target="../media/image113.svg"/><Relationship Id="rId38" Type="http://schemas.openxmlformats.org/officeDocument/2006/relationships/image" Target="../media/image118.png"/><Relationship Id="rId46" Type="http://schemas.openxmlformats.org/officeDocument/2006/relationships/image" Target="../media/image126.png"/><Relationship Id="rId59" Type="http://schemas.openxmlformats.org/officeDocument/2006/relationships/image" Target="../media/image139.svg"/><Relationship Id="rId67" Type="http://schemas.openxmlformats.org/officeDocument/2006/relationships/image" Target="../media/image147.svg"/><Relationship Id="rId20" Type="http://schemas.openxmlformats.org/officeDocument/2006/relationships/image" Target="../media/image100.png"/><Relationship Id="rId41" Type="http://schemas.openxmlformats.org/officeDocument/2006/relationships/image" Target="../media/image121.svg"/><Relationship Id="rId54" Type="http://schemas.openxmlformats.org/officeDocument/2006/relationships/image" Target="../media/image134.png"/><Relationship Id="rId62" Type="http://schemas.openxmlformats.org/officeDocument/2006/relationships/image" Target="../media/image142.png"/><Relationship Id="rId70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5" Type="http://schemas.openxmlformats.org/officeDocument/2006/relationships/image" Target="../media/image95.svg"/><Relationship Id="rId23" Type="http://schemas.openxmlformats.org/officeDocument/2006/relationships/image" Target="../media/image103.svg"/><Relationship Id="rId28" Type="http://schemas.openxmlformats.org/officeDocument/2006/relationships/image" Target="../media/image108.png"/><Relationship Id="rId36" Type="http://schemas.openxmlformats.org/officeDocument/2006/relationships/image" Target="../media/image116.png"/><Relationship Id="rId49" Type="http://schemas.openxmlformats.org/officeDocument/2006/relationships/image" Target="../media/image129.svg"/><Relationship Id="rId57" Type="http://schemas.openxmlformats.org/officeDocument/2006/relationships/image" Target="../media/image137.svg"/><Relationship Id="rId10" Type="http://schemas.openxmlformats.org/officeDocument/2006/relationships/image" Target="../media/image90.png"/><Relationship Id="rId31" Type="http://schemas.openxmlformats.org/officeDocument/2006/relationships/image" Target="../media/image111.svg"/><Relationship Id="rId44" Type="http://schemas.openxmlformats.org/officeDocument/2006/relationships/image" Target="../media/image124.png"/><Relationship Id="rId52" Type="http://schemas.openxmlformats.org/officeDocument/2006/relationships/image" Target="../media/image132.png"/><Relationship Id="rId60" Type="http://schemas.openxmlformats.org/officeDocument/2006/relationships/image" Target="../media/image140.png"/><Relationship Id="rId65" Type="http://schemas.openxmlformats.org/officeDocument/2006/relationships/image" Target="../media/image145.svg"/><Relationship Id="rId73" Type="http://schemas.openxmlformats.org/officeDocument/2006/relationships/image" Target="../media/image153.svg"/><Relationship Id="rId4" Type="http://schemas.openxmlformats.org/officeDocument/2006/relationships/image" Target="../media/image84.png"/><Relationship Id="rId9" Type="http://schemas.openxmlformats.org/officeDocument/2006/relationships/image" Target="../media/image89.svg"/><Relationship Id="rId13" Type="http://schemas.openxmlformats.org/officeDocument/2006/relationships/image" Target="../media/image93.svg"/><Relationship Id="rId18" Type="http://schemas.openxmlformats.org/officeDocument/2006/relationships/image" Target="../media/image98.png"/><Relationship Id="rId39" Type="http://schemas.openxmlformats.org/officeDocument/2006/relationships/image" Target="../media/image119.svg"/><Relationship Id="rId34" Type="http://schemas.openxmlformats.org/officeDocument/2006/relationships/image" Target="../media/image114.png"/><Relationship Id="rId50" Type="http://schemas.openxmlformats.org/officeDocument/2006/relationships/image" Target="../media/image130.png"/><Relationship Id="rId55" Type="http://schemas.openxmlformats.org/officeDocument/2006/relationships/image" Target="../media/image135.svg"/><Relationship Id="rId7" Type="http://schemas.openxmlformats.org/officeDocument/2006/relationships/image" Target="../media/image87.svg"/><Relationship Id="rId71" Type="http://schemas.openxmlformats.org/officeDocument/2006/relationships/image" Target="../media/image151.sv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5.svg"/><Relationship Id="rId18" Type="http://schemas.openxmlformats.org/officeDocument/2006/relationships/image" Target="../media/image170.png"/><Relationship Id="rId26" Type="http://schemas.openxmlformats.org/officeDocument/2006/relationships/image" Target="../media/image178.png"/><Relationship Id="rId39" Type="http://schemas.openxmlformats.org/officeDocument/2006/relationships/image" Target="../media/image191.svg"/><Relationship Id="rId21" Type="http://schemas.openxmlformats.org/officeDocument/2006/relationships/image" Target="../media/image173.svg"/><Relationship Id="rId34" Type="http://schemas.openxmlformats.org/officeDocument/2006/relationships/image" Target="../media/image186.png"/><Relationship Id="rId42" Type="http://schemas.openxmlformats.org/officeDocument/2006/relationships/image" Target="../media/image194.png"/><Relationship Id="rId47" Type="http://schemas.openxmlformats.org/officeDocument/2006/relationships/image" Target="../media/image199.svg"/><Relationship Id="rId50" Type="http://schemas.openxmlformats.org/officeDocument/2006/relationships/image" Target="../media/image202.png"/><Relationship Id="rId55" Type="http://schemas.openxmlformats.org/officeDocument/2006/relationships/image" Target="../media/image207.svg"/><Relationship Id="rId7" Type="http://schemas.openxmlformats.org/officeDocument/2006/relationships/image" Target="../media/image159.svg"/><Relationship Id="rId2" Type="http://schemas.openxmlformats.org/officeDocument/2006/relationships/image" Target="../media/image154.png"/><Relationship Id="rId16" Type="http://schemas.openxmlformats.org/officeDocument/2006/relationships/image" Target="../media/image168.png"/><Relationship Id="rId29" Type="http://schemas.openxmlformats.org/officeDocument/2006/relationships/image" Target="../media/image181.svg"/><Relationship Id="rId11" Type="http://schemas.openxmlformats.org/officeDocument/2006/relationships/image" Target="../media/image163.svg"/><Relationship Id="rId24" Type="http://schemas.openxmlformats.org/officeDocument/2006/relationships/image" Target="../media/image176.png"/><Relationship Id="rId32" Type="http://schemas.openxmlformats.org/officeDocument/2006/relationships/image" Target="../media/image184.png"/><Relationship Id="rId37" Type="http://schemas.openxmlformats.org/officeDocument/2006/relationships/image" Target="../media/image189.svg"/><Relationship Id="rId40" Type="http://schemas.openxmlformats.org/officeDocument/2006/relationships/image" Target="../media/image192.png"/><Relationship Id="rId45" Type="http://schemas.openxmlformats.org/officeDocument/2006/relationships/image" Target="../media/image197.svg"/><Relationship Id="rId53" Type="http://schemas.openxmlformats.org/officeDocument/2006/relationships/image" Target="../media/image205.svg"/><Relationship Id="rId5" Type="http://schemas.openxmlformats.org/officeDocument/2006/relationships/image" Target="../media/image157.svg"/><Relationship Id="rId19" Type="http://schemas.openxmlformats.org/officeDocument/2006/relationships/image" Target="../media/image171.svg"/><Relationship Id="rId4" Type="http://schemas.openxmlformats.org/officeDocument/2006/relationships/image" Target="../media/image156.png"/><Relationship Id="rId9" Type="http://schemas.openxmlformats.org/officeDocument/2006/relationships/image" Target="../media/image161.svg"/><Relationship Id="rId14" Type="http://schemas.openxmlformats.org/officeDocument/2006/relationships/image" Target="../media/image166.png"/><Relationship Id="rId22" Type="http://schemas.openxmlformats.org/officeDocument/2006/relationships/image" Target="../media/image174.png"/><Relationship Id="rId27" Type="http://schemas.openxmlformats.org/officeDocument/2006/relationships/image" Target="../media/image179.svg"/><Relationship Id="rId30" Type="http://schemas.openxmlformats.org/officeDocument/2006/relationships/image" Target="../media/image182.png"/><Relationship Id="rId35" Type="http://schemas.openxmlformats.org/officeDocument/2006/relationships/image" Target="../media/image187.svg"/><Relationship Id="rId43" Type="http://schemas.openxmlformats.org/officeDocument/2006/relationships/image" Target="../media/image195.svg"/><Relationship Id="rId48" Type="http://schemas.openxmlformats.org/officeDocument/2006/relationships/image" Target="../media/image200.png"/><Relationship Id="rId56" Type="http://schemas.openxmlformats.org/officeDocument/2006/relationships/image" Target="../media/image208.png"/><Relationship Id="rId8" Type="http://schemas.openxmlformats.org/officeDocument/2006/relationships/image" Target="../media/image160.png"/><Relationship Id="rId51" Type="http://schemas.openxmlformats.org/officeDocument/2006/relationships/image" Target="../media/image203.svg"/><Relationship Id="rId3" Type="http://schemas.openxmlformats.org/officeDocument/2006/relationships/image" Target="../media/image155.svg"/><Relationship Id="rId12" Type="http://schemas.openxmlformats.org/officeDocument/2006/relationships/image" Target="../media/image164.png"/><Relationship Id="rId17" Type="http://schemas.openxmlformats.org/officeDocument/2006/relationships/image" Target="../media/image169.svg"/><Relationship Id="rId25" Type="http://schemas.openxmlformats.org/officeDocument/2006/relationships/image" Target="../media/image177.svg"/><Relationship Id="rId33" Type="http://schemas.openxmlformats.org/officeDocument/2006/relationships/image" Target="../media/image185.svg"/><Relationship Id="rId38" Type="http://schemas.openxmlformats.org/officeDocument/2006/relationships/image" Target="../media/image190.png"/><Relationship Id="rId46" Type="http://schemas.openxmlformats.org/officeDocument/2006/relationships/image" Target="../media/image198.png"/><Relationship Id="rId20" Type="http://schemas.openxmlformats.org/officeDocument/2006/relationships/image" Target="../media/image172.png"/><Relationship Id="rId41" Type="http://schemas.openxmlformats.org/officeDocument/2006/relationships/image" Target="../media/image193.svg"/><Relationship Id="rId54" Type="http://schemas.openxmlformats.org/officeDocument/2006/relationships/image" Target="../media/image2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png"/><Relationship Id="rId15" Type="http://schemas.openxmlformats.org/officeDocument/2006/relationships/image" Target="../media/image167.svg"/><Relationship Id="rId23" Type="http://schemas.openxmlformats.org/officeDocument/2006/relationships/image" Target="../media/image175.svg"/><Relationship Id="rId28" Type="http://schemas.openxmlformats.org/officeDocument/2006/relationships/image" Target="../media/image180.png"/><Relationship Id="rId36" Type="http://schemas.openxmlformats.org/officeDocument/2006/relationships/image" Target="../media/image188.png"/><Relationship Id="rId49" Type="http://schemas.openxmlformats.org/officeDocument/2006/relationships/image" Target="../media/image201.svg"/><Relationship Id="rId57" Type="http://schemas.openxmlformats.org/officeDocument/2006/relationships/image" Target="../media/image209.svg"/><Relationship Id="rId10" Type="http://schemas.openxmlformats.org/officeDocument/2006/relationships/image" Target="../media/image162.png"/><Relationship Id="rId31" Type="http://schemas.openxmlformats.org/officeDocument/2006/relationships/image" Target="../media/image183.svg"/><Relationship Id="rId44" Type="http://schemas.openxmlformats.org/officeDocument/2006/relationships/image" Target="../media/image196.png"/><Relationship Id="rId52" Type="http://schemas.openxmlformats.org/officeDocument/2006/relationships/image" Target="../media/image204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1.svg"/><Relationship Id="rId18" Type="http://schemas.openxmlformats.org/officeDocument/2006/relationships/image" Target="../media/image226.png"/><Relationship Id="rId26" Type="http://schemas.openxmlformats.org/officeDocument/2006/relationships/image" Target="../media/image234.png"/><Relationship Id="rId39" Type="http://schemas.openxmlformats.org/officeDocument/2006/relationships/image" Target="../media/image247.svg"/><Relationship Id="rId21" Type="http://schemas.openxmlformats.org/officeDocument/2006/relationships/image" Target="../media/image229.svg"/><Relationship Id="rId34" Type="http://schemas.openxmlformats.org/officeDocument/2006/relationships/image" Target="../media/image242.png"/><Relationship Id="rId42" Type="http://schemas.openxmlformats.org/officeDocument/2006/relationships/image" Target="../media/image250.png"/><Relationship Id="rId47" Type="http://schemas.openxmlformats.org/officeDocument/2006/relationships/image" Target="../media/image255.svg"/><Relationship Id="rId50" Type="http://schemas.openxmlformats.org/officeDocument/2006/relationships/image" Target="../media/image258.png"/><Relationship Id="rId55" Type="http://schemas.openxmlformats.org/officeDocument/2006/relationships/image" Target="../media/image263.svg"/><Relationship Id="rId7" Type="http://schemas.openxmlformats.org/officeDocument/2006/relationships/image" Target="../media/image215.svg"/><Relationship Id="rId2" Type="http://schemas.openxmlformats.org/officeDocument/2006/relationships/image" Target="../media/image210.png"/><Relationship Id="rId16" Type="http://schemas.openxmlformats.org/officeDocument/2006/relationships/image" Target="../media/image224.png"/><Relationship Id="rId29" Type="http://schemas.openxmlformats.org/officeDocument/2006/relationships/image" Target="../media/image237.svg"/><Relationship Id="rId11" Type="http://schemas.openxmlformats.org/officeDocument/2006/relationships/image" Target="../media/image219.svg"/><Relationship Id="rId24" Type="http://schemas.openxmlformats.org/officeDocument/2006/relationships/image" Target="../media/image232.png"/><Relationship Id="rId32" Type="http://schemas.openxmlformats.org/officeDocument/2006/relationships/image" Target="../media/image240.png"/><Relationship Id="rId37" Type="http://schemas.openxmlformats.org/officeDocument/2006/relationships/image" Target="../media/image245.svg"/><Relationship Id="rId40" Type="http://schemas.openxmlformats.org/officeDocument/2006/relationships/image" Target="../media/image248.png"/><Relationship Id="rId45" Type="http://schemas.openxmlformats.org/officeDocument/2006/relationships/image" Target="../media/image253.svg"/><Relationship Id="rId53" Type="http://schemas.openxmlformats.org/officeDocument/2006/relationships/image" Target="../media/image261.svg"/><Relationship Id="rId5" Type="http://schemas.openxmlformats.org/officeDocument/2006/relationships/image" Target="../media/image213.svg"/><Relationship Id="rId19" Type="http://schemas.openxmlformats.org/officeDocument/2006/relationships/image" Target="../media/image227.svg"/><Relationship Id="rId4" Type="http://schemas.openxmlformats.org/officeDocument/2006/relationships/image" Target="../media/image212.png"/><Relationship Id="rId9" Type="http://schemas.openxmlformats.org/officeDocument/2006/relationships/image" Target="../media/image217.svg"/><Relationship Id="rId14" Type="http://schemas.openxmlformats.org/officeDocument/2006/relationships/image" Target="../media/image222.png"/><Relationship Id="rId22" Type="http://schemas.openxmlformats.org/officeDocument/2006/relationships/image" Target="../media/image230.png"/><Relationship Id="rId27" Type="http://schemas.openxmlformats.org/officeDocument/2006/relationships/image" Target="../media/image235.svg"/><Relationship Id="rId30" Type="http://schemas.openxmlformats.org/officeDocument/2006/relationships/image" Target="../media/image238.png"/><Relationship Id="rId35" Type="http://schemas.openxmlformats.org/officeDocument/2006/relationships/image" Target="../media/image243.svg"/><Relationship Id="rId43" Type="http://schemas.openxmlformats.org/officeDocument/2006/relationships/image" Target="../media/image251.svg"/><Relationship Id="rId48" Type="http://schemas.openxmlformats.org/officeDocument/2006/relationships/image" Target="../media/image256.png"/><Relationship Id="rId56" Type="http://schemas.openxmlformats.org/officeDocument/2006/relationships/image" Target="../media/image264.png"/><Relationship Id="rId8" Type="http://schemas.openxmlformats.org/officeDocument/2006/relationships/image" Target="../media/image216.png"/><Relationship Id="rId51" Type="http://schemas.openxmlformats.org/officeDocument/2006/relationships/image" Target="../media/image259.svg"/><Relationship Id="rId3" Type="http://schemas.openxmlformats.org/officeDocument/2006/relationships/image" Target="../media/image211.svg"/><Relationship Id="rId12" Type="http://schemas.openxmlformats.org/officeDocument/2006/relationships/image" Target="../media/image220.png"/><Relationship Id="rId17" Type="http://schemas.openxmlformats.org/officeDocument/2006/relationships/image" Target="../media/image225.svg"/><Relationship Id="rId25" Type="http://schemas.openxmlformats.org/officeDocument/2006/relationships/image" Target="../media/image233.svg"/><Relationship Id="rId33" Type="http://schemas.openxmlformats.org/officeDocument/2006/relationships/image" Target="../media/image241.svg"/><Relationship Id="rId38" Type="http://schemas.openxmlformats.org/officeDocument/2006/relationships/image" Target="../media/image246.png"/><Relationship Id="rId46" Type="http://schemas.openxmlformats.org/officeDocument/2006/relationships/image" Target="../media/image254.png"/><Relationship Id="rId20" Type="http://schemas.openxmlformats.org/officeDocument/2006/relationships/image" Target="../media/image228.png"/><Relationship Id="rId41" Type="http://schemas.openxmlformats.org/officeDocument/2006/relationships/image" Target="../media/image249.svg"/><Relationship Id="rId54" Type="http://schemas.openxmlformats.org/officeDocument/2006/relationships/image" Target="../media/image2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4.png"/><Relationship Id="rId15" Type="http://schemas.openxmlformats.org/officeDocument/2006/relationships/image" Target="../media/image223.svg"/><Relationship Id="rId23" Type="http://schemas.openxmlformats.org/officeDocument/2006/relationships/image" Target="../media/image231.svg"/><Relationship Id="rId28" Type="http://schemas.openxmlformats.org/officeDocument/2006/relationships/image" Target="../media/image236.png"/><Relationship Id="rId36" Type="http://schemas.openxmlformats.org/officeDocument/2006/relationships/image" Target="../media/image244.png"/><Relationship Id="rId49" Type="http://schemas.openxmlformats.org/officeDocument/2006/relationships/image" Target="../media/image257.svg"/><Relationship Id="rId57" Type="http://schemas.openxmlformats.org/officeDocument/2006/relationships/image" Target="../media/image265.svg"/><Relationship Id="rId10" Type="http://schemas.openxmlformats.org/officeDocument/2006/relationships/image" Target="../media/image218.png"/><Relationship Id="rId31" Type="http://schemas.openxmlformats.org/officeDocument/2006/relationships/image" Target="../media/image239.svg"/><Relationship Id="rId44" Type="http://schemas.openxmlformats.org/officeDocument/2006/relationships/image" Target="../media/image252.png"/><Relationship Id="rId52" Type="http://schemas.openxmlformats.org/officeDocument/2006/relationships/image" Target="../media/image26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7.svg"/><Relationship Id="rId18" Type="http://schemas.openxmlformats.org/officeDocument/2006/relationships/image" Target="../media/image282.png"/><Relationship Id="rId26" Type="http://schemas.openxmlformats.org/officeDocument/2006/relationships/image" Target="../media/image290.png"/><Relationship Id="rId39" Type="http://schemas.openxmlformats.org/officeDocument/2006/relationships/image" Target="../media/image303.svg"/><Relationship Id="rId21" Type="http://schemas.openxmlformats.org/officeDocument/2006/relationships/image" Target="../media/image285.svg"/><Relationship Id="rId34" Type="http://schemas.openxmlformats.org/officeDocument/2006/relationships/image" Target="../media/image298.png"/><Relationship Id="rId42" Type="http://schemas.openxmlformats.org/officeDocument/2006/relationships/image" Target="../media/image306.png"/><Relationship Id="rId47" Type="http://schemas.openxmlformats.org/officeDocument/2006/relationships/image" Target="../media/image311.svg"/><Relationship Id="rId50" Type="http://schemas.openxmlformats.org/officeDocument/2006/relationships/image" Target="../media/image314.png"/><Relationship Id="rId55" Type="http://schemas.openxmlformats.org/officeDocument/2006/relationships/image" Target="../media/image319.svg"/><Relationship Id="rId7" Type="http://schemas.openxmlformats.org/officeDocument/2006/relationships/image" Target="../media/image271.svg"/><Relationship Id="rId2" Type="http://schemas.openxmlformats.org/officeDocument/2006/relationships/image" Target="../media/image266.png"/><Relationship Id="rId16" Type="http://schemas.openxmlformats.org/officeDocument/2006/relationships/image" Target="../media/image280.png"/><Relationship Id="rId29" Type="http://schemas.openxmlformats.org/officeDocument/2006/relationships/image" Target="../media/image293.svg"/><Relationship Id="rId11" Type="http://schemas.openxmlformats.org/officeDocument/2006/relationships/image" Target="../media/image275.svg"/><Relationship Id="rId24" Type="http://schemas.openxmlformats.org/officeDocument/2006/relationships/image" Target="../media/image288.png"/><Relationship Id="rId32" Type="http://schemas.openxmlformats.org/officeDocument/2006/relationships/image" Target="../media/image296.png"/><Relationship Id="rId37" Type="http://schemas.openxmlformats.org/officeDocument/2006/relationships/image" Target="../media/image301.svg"/><Relationship Id="rId40" Type="http://schemas.openxmlformats.org/officeDocument/2006/relationships/image" Target="../media/image304.png"/><Relationship Id="rId45" Type="http://schemas.openxmlformats.org/officeDocument/2006/relationships/image" Target="../media/image309.svg"/><Relationship Id="rId53" Type="http://schemas.openxmlformats.org/officeDocument/2006/relationships/image" Target="../media/image317.svg"/><Relationship Id="rId5" Type="http://schemas.openxmlformats.org/officeDocument/2006/relationships/image" Target="../media/image269.svg"/><Relationship Id="rId10" Type="http://schemas.openxmlformats.org/officeDocument/2006/relationships/image" Target="../media/image274.png"/><Relationship Id="rId19" Type="http://schemas.openxmlformats.org/officeDocument/2006/relationships/image" Target="../media/image283.svg"/><Relationship Id="rId31" Type="http://schemas.openxmlformats.org/officeDocument/2006/relationships/image" Target="../media/image295.svg"/><Relationship Id="rId44" Type="http://schemas.openxmlformats.org/officeDocument/2006/relationships/image" Target="../media/image308.png"/><Relationship Id="rId52" Type="http://schemas.openxmlformats.org/officeDocument/2006/relationships/image" Target="../media/image316.png"/><Relationship Id="rId4" Type="http://schemas.openxmlformats.org/officeDocument/2006/relationships/image" Target="../media/image268.png"/><Relationship Id="rId9" Type="http://schemas.openxmlformats.org/officeDocument/2006/relationships/image" Target="../media/image273.svg"/><Relationship Id="rId14" Type="http://schemas.openxmlformats.org/officeDocument/2006/relationships/image" Target="../media/image278.png"/><Relationship Id="rId22" Type="http://schemas.openxmlformats.org/officeDocument/2006/relationships/image" Target="../media/image286.png"/><Relationship Id="rId27" Type="http://schemas.openxmlformats.org/officeDocument/2006/relationships/image" Target="../media/image291.svg"/><Relationship Id="rId30" Type="http://schemas.openxmlformats.org/officeDocument/2006/relationships/image" Target="../media/image294.png"/><Relationship Id="rId35" Type="http://schemas.openxmlformats.org/officeDocument/2006/relationships/image" Target="../media/image299.svg"/><Relationship Id="rId43" Type="http://schemas.openxmlformats.org/officeDocument/2006/relationships/image" Target="../media/image307.svg"/><Relationship Id="rId48" Type="http://schemas.openxmlformats.org/officeDocument/2006/relationships/image" Target="../media/image312.png"/><Relationship Id="rId8" Type="http://schemas.openxmlformats.org/officeDocument/2006/relationships/image" Target="../media/image272.png"/><Relationship Id="rId51" Type="http://schemas.openxmlformats.org/officeDocument/2006/relationships/image" Target="../media/image315.svg"/><Relationship Id="rId3" Type="http://schemas.openxmlformats.org/officeDocument/2006/relationships/image" Target="../media/image267.svg"/><Relationship Id="rId12" Type="http://schemas.openxmlformats.org/officeDocument/2006/relationships/image" Target="../media/image276.png"/><Relationship Id="rId17" Type="http://schemas.openxmlformats.org/officeDocument/2006/relationships/image" Target="../media/image281.svg"/><Relationship Id="rId25" Type="http://schemas.openxmlformats.org/officeDocument/2006/relationships/image" Target="../media/image289.svg"/><Relationship Id="rId33" Type="http://schemas.openxmlformats.org/officeDocument/2006/relationships/image" Target="../media/image297.svg"/><Relationship Id="rId38" Type="http://schemas.openxmlformats.org/officeDocument/2006/relationships/image" Target="../media/image302.png"/><Relationship Id="rId46" Type="http://schemas.openxmlformats.org/officeDocument/2006/relationships/image" Target="../media/image310.png"/><Relationship Id="rId20" Type="http://schemas.openxmlformats.org/officeDocument/2006/relationships/image" Target="../media/image284.png"/><Relationship Id="rId41" Type="http://schemas.openxmlformats.org/officeDocument/2006/relationships/image" Target="../media/image305.svg"/><Relationship Id="rId54" Type="http://schemas.openxmlformats.org/officeDocument/2006/relationships/image" Target="../media/image3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png"/><Relationship Id="rId15" Type="http://schemas.openxmlformats.org/officeDocument/2006/relationships/image" Target="../media/image279.svg"/><Relationship Id="rId23" Type="http://schemas.openxmlformats.org/officeDocument/2006/relationships/image" Target="../media/image287.svg"/><Relationship Id="rId28" Type="http://schemas.openxmlformats.org/officeDocument/2006/relationships/image" Target="../media/image292.png"/><Relationship Id="rId36" Type="http://schemas.openxmlformats.org/officeDocument/2006/relationships/image" Target="../media/image300.png"/><Relationship Id="rId49" Type="http://schemas.openxmlformats.org/officeDocument/2006/relationships/image" Target="../media/image313.sv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1.svg"/><Relationship Id="rId18" Type="http://schemas.openxmlformats.org/officeDocument/2006/relationships/image" Target="../media/image336.png"/><Relationship Id="rId26" Type="http://schemas.openxmlformats.org/officeDocument/2006/relationships/image" Target="../media/image344.png"/><Relationship Id="rId39" Type="http://schemas.openxmlformats.org/officeDocument/2006/relationships/image" Target="../media/image357.svg"/><Relationship Id="rId21" Type="http://schemas.openxmlformats.org/officeDocument/2006/relationships/image" Target="../media/image339.svg"/><Relationship Id="rId34" Type="http://schemas.openxmlformats.org/officeDocument/2006/relationships/image" Target="../media/image352.png"/><Relationship Id="rId42" Type="http://schemas.openxmlformats.org/officeDocument/2006/relationships/image" Target="../media/image360.png"/><Relationship Id="rId47" Type="http://schemas.openxmlformats.org/officeDocument/2006/relationships/image" Target="../media/image365.svg"/><Relationship Id="rId50" Type="http://schemas.openxmlformats.org/officeDocument/2006/relationships/image" Target="../media/image368.png"/><Relationship Id="rId55" Type="http://schemas.openxmlformats.org/officeDocument/2006/relationships/image" Target="../media/image373.svg"/><Relationship Id="rId7" Type="http://schemas.openxmlformats.org/officeDocument/2006/relationships/image" Target="../media/image325.svg"/><Relationship Id="rId2" Type="http://schemas.openxmlformats.org/officeDocument/2006/relationships/image" Target="../media/image320.png"/><Relationship Id="rId16" Type="http://schemas.openxmlformats.org/officeDocument/2006/relationships/image" Target="../media/image334.png"/><Relationship Id="rId29" Type="http://schemas.openxmlformats.org/officeDocument/2006/relationships/image" Target="../media/image347.svg"/><Relationship Id="rId11" Type="http://schemas.openxmlformats.org/officeDocument/2006/relationships/image" Target="../media/image329.svg"/><Relationship Id="rId24" Type="http://schemas.openxmlformats.org/officeDocument/2006/relationships/image" Target="../media/image342.png"/><Relationship Id="rId32" Type="http://schemas.openxmlformats.org/officeDocument/2006/relationships/image" Target="../media/image350.png"/><Relationship Id="rId37" Type="http://schemas.openxmlformats.org/officeDocument/2006/relationships/image" Target="../media/image355.svg"/><Relationship Id="rId40" Type="http://schemas.openxmlformats.org/officeDocument/2006/relationships/image" Target="../media/image358.png"/><Relationship Id="rId45" Type="http://schemas.openxmlformats.org/officeDocument/2006/relationships/image" Target="../media/image363.svg"/><Relationship Id="rId53" Type="http://schemas.openxmlformats.org/officeDocument/2006/relationships/image" Target="../media/image371.svg"/><Relationship Id="rId5" Type="http://schemas.openxmlformats.org/officeDocument/2006/relationships/image" Target="../media/image323.svg"/><Relationship Id="rId10" Type="http://schemas.openxmlformats.org/officeDocument/2006/relationships/image" Target="../media/image328.png"/><Relationship Id="rId19" Type="http://schemas.openxmlformats.org/officeDocument/2006/relationships/image" Target="../media/image337.svg"/><Relationship Id="rId31" Type="http://schemas.openxmlformats.org/officeDocument/2006/relationships/image" Target="../media/image349.svg"/><Relationship Id="rId44" Type="http://schemas.openxmlformats.org/officeDocument/2006/relationships/image" Target="../media/image362.png"/><Relationship Id="rId52" Type="http://schemas.openxmlformats.org/officeDocument/2006/relationships/image" Target="../media/image370.png"/><Relationship Id="rId4" Type="http://schemas.openxmlformats.org/officeDocument/2006/relationships/image" Target="../media/image322.png"/><Relationship Id="rId9" Type="http://schemas.openxmlformats.org/officeDocument/2006/relationships/image" Target="../media/image327.svg"/><Relationship Id="rId14" Type="http://schemas.openxmlformats.org/officeDocument/2006/relationships/image" Target="../media/image332.png"/><Relationship Id="rId22" Type="http://schemas.openxmlformats.org/officeDocument/2006/relationships/image" Target="../media/image340.png"/><Relationship Id="rId27" Type="http://schemas.openxmlformats.org/officeDocument/2006/relationships/image" Target="../media/image345.svg"/><Relationship Id="rId30" Type="http://schemas.openxmlformats.org/officeDocument/2006/relationships/image" Target="../media/image348.png"/><Relationship Id="rId35" Type="http://schemas.openxmlformats.org/officeDocument/2006/relationships/image" Target="../media/image353.svg"/><Relationship Id="rId43" Type="http://schemas.openxmlformats.org/officeDocument/2006/relationships/image" Target="../media/image361.svg"/><Relationship Id="rId48" Type="http://schemas.openxmlformats.org/officeDocument/2006/relationships/image" Target="../media/image366.png"/><Relationship Id="rId8" Type="http://schemas.openxmlformats.org/officeDocument/2006/relationships/image" Target="../media/image326.png"/><Relationship Id="rId51" Type="http://schemas.openxmlformats.org/officeDocument/2006/relationships/image" Target="../media/image369.svg"/><Relationship Id="rId3" Type="http://schemas.openxmlformats.org/officeDocument/2006/relationships/image" Target="../media/image321.svg"/><Relationship Id="rId12" Type="http://schemas.openxmlformats.org/officeDocument/2006/relationships/image" Target="../media/image330.png"/><Relationship Id="rId17" Type="http://schemas.openxmlformats.org/officeDocument/2006/relationships/image" Target="../media/image335.svg"/><Relationship Id="rId25" Type="http://schemas.openxmlformats.org/officeDocument/2006/relationships/image" Target="../media/image343.svg"/><Relationship Id="rId33" Type="http://schemas.openxmlformats.org/officeDocument/2006/relationships/image" Target="../media/image351.svg"/><Relationship Id="rId38" Type="http://schemas.openxmlformats.org/officeDocument/2006/relationships/image" Target="../media/image356.png"/><Relationship Id="rId46" Type="http://schemas.openxmlformats.org/officeDocument/2006/relationships/image" Target="../media/image364.png"/><Relationship Id="rId20" Type="http://schemas.openxmlformats.org/officeDocument/2006/relationships/image" Target="../media/image338.png"/><Relationship Id="rId41" Type="http://schemas.openxmlformats.org/officeDocument/2006/relationships/image" Target="../media/image359.svg"/><Relationship Id="rId54" Type="http://schemas.openxmlformats.org/officeDocument/2006/relationships/image" Target="../media/image3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4.png"/><Relationship Id="rId15" Type="http://schemas.openxmlformats.org/officeDocument/2006/relationships/image" Target="../media/image333.svg"/><Relationship Id="rId23" Type="http://schemas.openxmlformats.org/officeDocument/2006/relationships/image" Target="../media/image341.svg"/><Relationship Id="rId28" Type="http://schemas.openxmlformats.org/officeDocument/2006/relationships/image" Target="../media/image346.png"/><Relationship Id="rId36" Type="http://schemas.openxmlformats.org/officeDocument/2006/relationships/image" Target="../media/image354.png"/><Relationship Id="rId49" Type="http://schemas.openxmlformats.org/officeDocument/2006/relationships/image" Target="../media/image367.sv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5.svg"/><Relationship Id="rId18" Type="http://schemas.openxmlformats.org/officeDocument/2006/relationships/image" Target="../media/image390.png"/><Relationship Id="rId26" Type="http://schemas.openxmlformats.org/officeDocument/2006/relationships/image" Target="../media/image398.png"/><Relationship Id="rId39" Type="http://schemas.openxmlformats.org/officeDocument/2006/relationships/image" Target="../media/image411.svg"/><Relationship Id="rId21" Type="http://schemas.openxmlformats.org/officeDocument/2006/relationships/image" Target="../media/image393.svg"/><Relationship Id="rId34" Type="http://schemas.openxmlformats.org/officeDocument/2006/relationships/image" Target="../media/image406.png"/><Relationship Id="rId42" Type="http://schemas.openxmlformats.org/officeDocument/2006/relationships/image" Target="../media/image414.png"/><Relationship Id="rId47" Type="http://schemas.openxmlformats.org/officeDocument/2006/relationships/image" Target="../media/image419.svg"/><Relationship Id="rId50" Type="http://schemas.openxmlformats.org/officeDocument/2006/relationships/image" Target="../media/image422.png"/><Relationship Id="rId55" Type="http://schemas.openxmlformats.org/officeDocument/2006/relationships/image" Target="../media/image427.svg"/><Relationship Id="rId7" Type="http://schemas.openxmlformats.org/officeDocument/2006/relationships/image" Target="../media/image379.svg"/><Relationship Id="rId2" Type="http://schemas.openxmlformats.org/officeDocument/2006/relationships/image" Target="../media/image374.png"/><Relationship Id="rId16" Type="http://schemas.openxmlformats.org/officeDocument/2006/relationships/image" Target="../media/image388.png"/><Relationship Id="rId29" Type="http://schemas.openxmlformats.org/officeDocument/2006/relationships/image" Target="../media/image401.svg"/><Relationship Id="rId11" Type="http://schemas.openxmlformats.org/officeDocument/2006/relationships/image" Target="../media/image383.svg"/><Relationship Id="rId24" Type="http://schemas.openxmlformats.org/officeDocument/2006/relationships/image" Target="../media/image396.png"/><Relationship Id="rId32" Type="http://schemas.openxmlformats.org/officeDocument/2006/relationships/image" Target="../media/image404.png"/><Relationship Id="rId37" Type="http://schemas.openxmlformats.org/officeDocument/2006/relationships/image" Target="../media/image409.svg"/><Relationship Id="rId40" Type="http://schemas.openxmlformats.org/officeDocument/2006/relationships/image" Target="../media/image412.png"/><Relationship Id="rId45" Type="http://schemas.openxmlformats.org/officeDocument/2006/relationships/image" Target="../media/image417.svg"/><Relationship Id="rId53" Type="http://schemas.openxmlformats.org/officeDocument/2006/relationships/image" Target="../media/image425.svg"/><Relationship Id="rId58" Type="http://schemas.openxmlformats.org/officeDocument/2006/relationships/image" Target="../media/image430.png"/><Relationship Id="rId5" Type="http://schemas.openxmlformats.org/officeDocument/2006/relationships/image" Target="../media/image377.svg"/><Relationship Id="rId61" Type="http://schemas.openxmlformats.org/officeDocument/2006/relationships/image" Target="../media/image433.svg"/><Relationship Id="rId19" Type="http://schemas.openxmlformats.org/officeDocument/2006/relationships/image" Target="../media/image391.svg"/><Relationship Id="rId14" Type="http://schemas.openxmlformats.org/officeDocument/2006/relationships/image" Target="../media/image386.png"/><Relationship Id="rId22" Type="http://schemas.openxmlformats.org/officeDocument/2006/relationships/image" Target="../media/image394.png"/><Relationship Id="rId27" Type="http://schemas.openxmlformats.org/officeDocument/2006/relationships/image" Target="../media/image399.svg"/><Relationship Id="rId30" Type="http://schemas.openxmlformats.org/officeDocument/2006/relationships/image" Target="../media/image402.png"/><Relationship Id="rId35" Type="http://schemas.openxmlformats.org/officeDocument/2006/relationships/image" Target="../media/image407.svg"/><Relationship Id="rId43" Type="http://schemas.openxmlformats.org/officeDocument/2006/relationships/image" Target="../media/image415.svg"/><Relationship Id="rId48" Type="http://schemas.openxmlformats.org/officeDocument/2006/relationships/image" Target="../media/image420.png"/><Relationship Id="rId56" Type="http://schemas.openxmlformats.org/officeDocument/2006/relationships/image" Target="../media/image428.png"/><Relationship Id="rId8" Type="http://schemas.openxmlformats.org/officeDocument/2006/relationships/image" Target="../media/image380.png"/><Relationship Id="rId51" Type="http://schemas.openxmlformats.org/officeDocument/2006/relationships/image" Target="../media/image423.svg"/><Relationship Id="rId3" Type="http://schemas.openxmlformats.org/officeDocument/2006/relationships/image" Target="../media/image375.svg"/><Relationship Id="rId12" Type="http://schemas.openxmlformats.org/officeDocument/2006/relationships/image" Target="../media/image384.png"/><Relationship Id="rId17" Type="http://schemas.openxmlformats.org/officeDocument/2006/relationships/image" Target="../media/image389.svg"/><Relationship Id="rId25" Type="http://schemas.openxmlformats.org/officeDocument/2006/relationships/image" Target="../media/image397.svg"/><Relationship Id="rId33" Type="http://schemas.openxmlformats.org/officeDocument/2006/relationships/image" Target="../media/image405.svg"/><Relationship Id="rId38" Type="http://schemas.openxmlformats.org/officeDocument/2006/relationships/image" Target="../media/image410.png"/><Relationship Id="rId46" Type="http://schemas.openxmlformats.org/officeDocument/2006/relationships/image" Target="../media/image418.png"/><Relationship Id="rId59" Type="http://schemas.openxmlformats.org/officeDocument/2006/relationships/image" Target="../media/image431.svg"/><Relationship Id="rId20" Type="http://schemas.openxmlformats.org/officeDocument/2006/relationships/image" Target="../media/image392.png"/><Relationship Id="rId41" Type="http://schemas.openxmlformats.org/officeDocument/2006/relationships/image" Target="../media/image413.svg"/><Relationship Id="rId54" Type="http://schemas.openxmlformats.org/officeDocument/2006/relationships/image" Target="../media/image4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8.png"/><Relationship Id="rId15" Type="http://schemas.openxmlformats.org/officeDocument/2006/relationships/image" Target="../media/image387.svg"/><Relationship Id="rId23" Type="http://schemas.openxmlformats.org/officeDocument/2006/relationships/image" Target="../media/image395.svg"/><Relationship Id="rId28" Type="http://schemas.openxmlformats.org/officeDocument/2006/relationships/image" Target="../media/image400.png"/><Relationship Id="rId36" Type="http://schemas.openxmlformats.org/officeDocument/2006/relationships/image" Target="../media/image408.png"/><Relationship Id="rId49" Type="http://schemas.openxmlformats.org/officeDocument/2006/relationships/image" Target="../media/image421.svg"/><Relationship Id="rId57" Type="http://schemas.openxmlformats.org/officeDocument/2006/relationships/image" Target="../media/image429.svg"/><Relationship Id="rId10" Type="http://schemas.openxmlformats.org/officeDocument/2006/relationships/image" Target="../media/image382.png"/><Relationship Id="rId31" Type="http://schemas.openxmlformats.org/officeDocument/2006/relationships/image" Target="../media/image403.svg"/><Relationship Id="rId44" Type="http://schemas.openxmlformats.org/officeDocument/2006/relationships/image" Target="../media/image416.png"/><Relationship Id="rId52" Type="http://schemas.openxmlformats.org/officeDocument/2006/relationships/image" Target="../media/image424.png"/><Relationship Id="rId60" Type="http://schemas.openxmlformats.org/officeDocument/2006/relationships/image" Target="../media/image432.png"/><Relationship Id="rId4" Type="http://schemas.openxmlformats.org/officeDocument/2006/relationships/image" Target="../media/image376.png"/><Relationship Id="rId9" Type="http://schemas.openxmlformats.org/officeDocument/2006/relationships/image" Target="../media/image381.sv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5.svg"/><Relationship Id="rId18" Type="http://schemas.openxmlformats.org/officeDocument/2006/relationships/image" Target="../media/image450.png"/><Relationship Id="rId26" Type="http://schemas.openxmlformats.org/officeDocument/2006/relationships/image" Target="../media/image458.png"/><Relationship Id="rId39" Type="http://schemas.openxmlformats.org/officeDocument/2006/relationships/image" Target="../media/image471.svg"/><Relationship Id="rId21" Type="http://schemas.openxmlformats.org/officeDocument/2006/relationships/image" Target="../media/image453.svg"/><Relationship Id="rId34" Type="http://schemas.openxmlformats.org/officeDocument/2006/relationships/image" Target="../media/image466.png"/><Relationship Id="rId42" Type="http://schemas.openxmlformats.org/officeDocument/2006/relationships/image" Target="../media/image474.png"/><Relationship Id="rId47" Type="http://schemas.openxmlformats.org/officeDocument/2006/relationships/image" Target="../media/image479.svg"/><Relationship Id="rId50" Type="http://schemas.openxmlformats.org/officeDocument/2006/relationships/image" Target="../media/image482.png"/><Relationship Id="rId55" Type="http://schemas.openxmlformats.org/officeDocument/2006/relationships/image" Target="../media/image487.svg"/><Relationship Id="rId7" Type="http://schemas.openxmlformats.org/officeDocument/2006/relationships/image" Target="../media/image439.svg"/><Relationship Id="rId2" Type="http://schemas.openxmlformats.org/officeDocument/2006/relationships/image" Target="../media/image434.png"/><Relationship Id="rId16" Type="http://schemas.openxmlformats.org/officeDocument/2006/relationships/image" Target="../media/image448.png"/><Relationship Id="rId29" Type="http://schemas.openxmlformats.org/officeDocument/2006/relationships/image" Target="../media/image461.svg"/><Relationship Id="rId11" Type="http://schemas.openxmlformats.org/officeDocument/2006/relationships/image" Target="../media/image443.svg"/><Relationship Id="rId24" Type="http://schemas.openxmlformats.org/officeDocument/2006/relationships/image" Target="../media/image456.png"/><Relationship Id="rId32" Type="http://schemas.openxmlformats.org/officeDocument/2006/relationships/image" Target="../media/image464.png"/><Relationship Id="rId37" Type="http://schemas.openxmlformats.org/officeDocument/2006/relationships/image" Target="../media/image469.svg"/><Relationship Id="rId40" Type="http://schemas.openxmlformats.org/officeDocument/2006/relationships/image" Target="../media/image472.png"/><Relationship Id="rId45" Type="http://schemas.openxmlformats.org/officeDocument/2006/relationships/image" Target="../media/image477.svg"/><Relationship Id="rId53" Type="http://schemas.openxmlformats.org/officeDocument/2006/relationships/image" Target="../media/image485.svg"/><Relationship Id="rId58" Type="http://schemas.openxmlformats.org/officeDocument/2006/relationships/image" Target="../media/image490.png"/><Relationship Id="rId5" Type="http://schemas.openxmlformats.org/officeDocument/2006/relationships/image" Target="../media/image437.svg"/><Relationship Id="rId61" Type="http://schemas.openxmlformats.org/officeDocument/2006/relationships/image" Target="../media/image493.svg"/><Relationship Id="rId19" Type="http://schemas.openxmlformats.org/officeDocument/2006/relationships/image" Target="../media/image451.svg"/><Relationship Id="rId14" Type="http://schemas.openxmlformats.org/officeDocument/2006/relationships/image" Target="../media/image446.png"/><Relationship Id="rId22" Type="http://schemas.openxmlformats.org/officeDocument/2006/relationships/image" Target="../media/image454.png"/><Relationship Id="rId27" Type="http://schemas.openxmlformats.org/officeDocument/2006/relationships/image" Target="../media/image459.svg"/><Relationship Id="rId30" Type="http://schemas.openxmlformats.org/officeDocument/2006/relationships/image" Target="../media/image462.png"/><Relationship Id="rId35" Type="http://schemas.openxmlformats.org/officeDocument/2006/relationships/image" Target="../media/image467.svg"/><Relationship Id="rId43" Type="http://schemas.openxmlformats.org/officeDocument/2006/relationships/image" Target="../media/image475.svg"/><Relationship Id="rId48" Type="http://schemas.openxmlformats.org/officeDocument/2006/relationships/image" Target="../media/image480.png"/><Relationship Id="rId56" Type="http://schemas.openxmlformats.org/officeDocument/2006/relationships/image" Target="../media/image488.png"/><Relationship Id="rId8" Type="http://schemas.openxmlformats.org/officeDocument/2006/relationships/image" Target="../media/image440.png"/><Relationship Id="rId51" Type="http://schemas.openxmlformats.org/officeDocument/2006/relationships/image" Target="../media/image483.svg"/><Relationship Id="rId3" Type="http://schemas.openxmlformats.org/officeDocument/2006/relationships/image" Target="../media/image435.svg"/><Relationship Id="rId12" Type="http://schemas.openxmlformats.org/officeDocument/2006/relationships/image" Target="../media/image444.png"/><Relationship Id="rId17" Type="http://schemas.openxmlformats.org/officeDocument/2006/relationships/image" Target="../media/image449.svg"/><Relationship Id="rId25" Type="http://schemas.openxmlformats.org/officeDocument/2006/relationships/image" Target="../media/image457.svg"/><Relationship Id="rId33" Type="http://schemas.openxmlformats.org/officeDocument/2006/relationships/image" Target="../media/image465.svg"/><Relationship Id="rId38" Type="http://schemas.openxmlformats.org/officeDocument/2006/relationships/image" Target="../media/image470.png"/><Relationship Id="rId46" Type="http://schemas.openxmlformats.org/officeDocument/2006/relationships/image" Target="../media/image478.png"/><Relationship Id="rId59" Type="http://schemas.openxmlformats.org/officeDocument/2006/relationships/image" Target="../media/image491.svg"/><Relationship Id="rId20" Type="http://schemas.openxmlformats.org/officeDocument/2006/relationships/image" Target="../media/image452.png"/><Relationship Id="rId41" Type="http://schemas.openxmlformats.org/officeDocument/2006/relationships/image" Target="../media/image473.svg"/><Relationship Id="rId54" Type="http://schemas.openxmlformats.org/officeDocument/2006/relationships/image" Target="../media/image4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8.png"/><Relationship Id="rId15" Type="http://schemas.openxmlformats.org/officeDocument/2006/relationships/image" Target="../media/image447.svg"/><Relationship Id="rId23" Type="http://schemas.openxmlformats.org/officeDocument/2006/relationships/image" Target="../media/image455.svg"/><Relationship Id="rId28" Type="http://schemas.openxmlformats.org/officeDocument/2006/relationships/image" Target="../media/image460.png"/><Relationship Id="rId36" Type="http://schemas.openxmlformats.org/officeDocument/2006/relationships/image" Target="../media/image468.png"/><Relationship Id="rId49" Type="http://schemas.openxmlformats.org/officeDocument/2006/relationships/image" Target="../media/image481.svg"/><Relationship Id="rId57" Type="http://schemas.openxmlformats.org/officeDocument/2006/relationships/image" Target="../media/image489.svg"/><Relationship Id="rId10" Type="http://schemas.openxmlformats.org/officeDocument/2006/relationships/image" Target="../media/image442.png"/><Relationship Id="rId31" Type="http://schemas.openxmlformats.org/officeDocument/2006/relationships/image" Target="../media/image463.svg"/><Relationship Id="rId44" Type="http://schemas.openxmlformats.org/officeDocument/2006/relationships/image" Target="../media/image476.png"/><Relationship Id="rId52" Type="http://schemas.openxmlformats.org/officeDocument/2006/relationships/image" Target="../media/image484.png"/><Relationship Id="rId60" Type="http://schemas.openxmlformats.org/officeDocument/2006/relationships/image" Target="../media/image492.png"/><Relationship Id="rId4" Type="http://schemas.openxmlformats.org/officeDocument/2006/relationships/image" Target="../media/image436.png"/><Relationship Id="rId9" Type="http://schemas.openxmlformats.org/officeDocument/2006/relationships/image" Target="../media/image441.sv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5.svg"/><Relationship Id="rId18" Type="http://schemas.openxmlformats.org/officeDocument/2006/relationships/image" Target="../media/image510.png"/><Relationship Id="rId26" Type="http://schemas.openxmlformats.org/officeDocument/2006/relationships/image" Target="../media/image518.png"/><Relationship Id="rId39" Type="http://schemas.openxmlformats.org/officeDocument/2006/relationships/image" Target="../media/image531.svg"/><Relationship Id="rId21" Type="http://schemas.openxmlformats.org/officeDocument/2006/relationships/image" Target="../media/image513.svg"/><Relationship Id="rId34" Type="http://schemas.openxmlformats.org/officeDocument/2006/relationships/image" Target="../media/image526.png"/><Relationship Id="rId42" Type="http://schemas.openxmlformats.org/officeDocument/2006/relationships/image" Target="../media/image534.png"/><Relationship Id="rId47" Type="http://schemas.openxmlformats.org/officeDocument/2006/relationships/image" Target="../media/image539.svg"/><Relationship Id="rId50" Type="http://schemas.openxmlformats.org/officeDocument/2006/relationships/image" Target="../media/image542.png"/><Relationship Id="rId55" Type="http://schemas.openxmlformats.org/officeDocument/2006/relationships/image" Target="../media/image547.svg"/><Relationship Id="rId63" Type="http://schemas.openxmlformats.org/officeDocument/2006/relationships/image" Target="../media/image555.svg"/><Relationship Id="rId7" Type="http://schemas.openxmlformats.org/officeDocument/2006/relationships/image" Target="../media/image499.svg"/><Relationship Id="rId2" Type="http://schemas.openxmlformats.org/officeDocument/2006/relationships/image" Target="../media/image494.png"/><Relationship Id="rId16" Type="http://schemas.openxmlformats.org/officeDocument/2006/relationships/image" Target="../media/image508.png"/><Relationship Id="rId29" Type="http://schemas.openxmlformats.org/officeDocument/2006/relationships/image" Target="../media/image521.svg"/><Relationship Id="rId11" Type="http://schemas.openxmlformats.org/officeDocument/2006/relationships/image" Target="../media/image503.svg"/><Relationship Id="rId24" Type="http://schemas.openxmlformats.org/officeDocument/2006/relationships/image" Target="../media/image516.png"/><Relationship Id="rId32" Type="http://schemas.openxmlformats.org/officeDocument/2006/relationships/image" Target="../media/image524.png"/><Relationship Id="rId37" Type="http://schemas.openxmlformats.org/officeDocument/2006/relationships/image" Target="../media/image529.svg"/><Relationship Id="rId40" Type="http://schemas.openxmlformats.org/officeDocument/2006/relationships/image" Target="../media/image532.png"/><Relationship Id="rId45" Type="http://schemas.openxmlformats.org/officeDocument/2006/relationships/image" Target="../media/image537.svg"/><Relationship Id="rId53" Type="http://schemas.openxmlformats.org/officeDocument/2006/relationships/image" Target="../media/image545.svg"/><Relationship Id="rId58" Type="http://schemas.openxmlformats.org/officeDocument/2006/relationships/image" Target="../media/image550.png"/><Relationship Id="rId5" Type="http://schemas.openxmlformats.org/officeDocument/2006/relationships/image" Target="../media/image497.svg"/><Relationship Id="rId61" Type="http://schemas.openxmlformats.org/officeDocument/2006/relationships/image" Target="../media/image553.svg"/><Relationship Id="rId19" Type="http://schemas.openxmlformats.org/officeDocument/2006/relationships/image" Target="../media/image511.svg"/><Relationship Id="rId14" Type="http://schemas.openxmlformats.org/officeDocument/2006/relationships/image" Target="../media/image506.png"/><Relationship Id="rId22" Type="http://schemas.openxmlformats.org/officeDocument/2006/relationships/image" Target="../media/image514.png"/><Relationship Id="rId27" Type="http://schemas.openxmlformats.org/officeDocument/2006/relationships/image" Target="../media/image519.svg"/><Relationship Id="rId30" Type="http://schemas.openxmlformats.org/officeDocument/2006/relationships/image" Target="../media/image522.png"/><Relationship Id="rId35" Type="http://schemas.openxmlformats.org/officeDocument/2006/relationships/image" Target="../media/image527.svg"/><Relationship Id="rId43" Type="http://schemas.openxmlformats.org/officeDocument/2006/relationships/image" Target="../media/image535.svg"/><Relationship Id="rId48" Type="http://schemas.openxmlformats.org/officeDocument/2006/relationships/image" Target="../media/image540.png"/><Relationship Id="rId56" Type="http://schemas.openxmlformats.org/officeDocument/2006/relationships/image" Target="../media/image548.png"/><Relationship Id="rId8" Type="http://schemas.openxmlformats.org/officeDocument/2006/relationships/image" Target="../media/image500.png"/><Relationship Id="rId51" Type="http://schemas.openxmlformats.org/officeDocument/2006/relationships/image" Target="../media/image543.svg"/><Relationship Id="rId3" Type="http://schemas.openxmlformats.org/officeDocument/2006/relationships/image" Target="../media/image495.svg"/><Relationship Id="rId12" Type="http://schemas.openxmlformats.org/officeDocument/2006/relationships/image" Target="../media/image504.png"/><Relationship Id="rId17" Type="http://schemas.openxmlformats.org/officeDocument/2006/relationships/image" Target="../media/image509.svg"/><Relationship Id="rId25" Type="http://schemas.openxmlformats.org/officeDocument/2006/relationships/image" Target="../media/image517.svg"/><Relationship Id="rId33" Type="http://schemas.openxmlformats.org/officeDocument/2006/relationships/image" Target="../media/image525.svg"/><Relationship Id="rId38" Type="http://schemas.openxmlformats.org/officeDocument/2006/relationships/image" Target="../media/image530.png"/><Relationship Id="rId46" Type="http://schemas.openxmlformats.org/officeDocument/2006/relationships/image" Target="../media/image538.png"/><Relationship Id="rId59" Type="http://schemas.openxmlformats.org/officeDocument/2006/relationships/image" Target="../media/image551.svg"/><Relationship Id="rId20" Type="http://schemas.openxmlformats.org/officeDocument/2006/relationships/image" Target="../media/image512.png"/><Relationship Id="rId41" Type="http://schemas.openxmlformats.org/officeDocument/2006/relationships/image" Target="../media/image533.svg"/><Relationship Id="rId54" Type="http://schemas.openxmlformats.org/officeDocument/2006/relationships/image" Target="../media/image546.png"/><Relationship Id="rId62" Type="http://schemas.openxmlformats.org/officeDocument/2006/relationships/image" Target="../media/image5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8.png"/><Relationship Id="rId15" Type="http://schemas.openxmlformats.org/officeDocument/2006/relationships/image" Target="../media/image507.svg"/><Relationship Id="rId23" Type="http://schemas.openxmlformats.org/officeDocument/2006/relationships/image" Target="../media/image515.svg"/><Relationship Id="rId28" Type="http://schemas.openxmlformats.org/officeDocument/2006/relationships/image" Target="../media/image520.png"/><Relationship Id="rId36" Type="http://schemas.openxmlformats.org/officeDocument/2006/relationships/image" Target="../media/image528.png"/><Relationship Id="rId49" Type="http://schemas.openxmlformats.org/officeDocument/2006/relationships/image" Target="../media/image541.svg"/><Relationship Id="rId57" Type="http://schemas.openxmlformats.org/officeDocument/2006/relationships/image" Target="../media/image549.svg"/><Relationship Id="rId10" Type="http://schemas.openxmlformats.org/officeDocument/2006/relationships/image" Target="../media/image502.png"/><Relationship Id="rId31" Type="http://schemas.openxmlformats.org/officeDocument/2006/relationships/image" Target="../media/image523.svg"/><Relationship Id="rId44" Type="http://schemas.openxmlformats.org/officeDocument/2006/relationships/image" Target="../media/image536.png"/><Relationship Id="rId52" Type="http://schemas.openxmlformats.org/officeDocument/2006/relationships/image" Target="../media/image544.png"/><Relationship Id="rId60" Type="http://schemas.openxmlformats.org/officeDocument/2006/relationships/image" Target="../media/image552.png"/><Relationship Id="rId4" Type="http://schemas.openxmlformats.org/officeDocument/2006/relationships/image" Target="../media/image496.png"/><Relationship Id="rId9" Type="http://schemas.openxmlformats.org/officeDocument/2006/relationships/image" Target="../media/image501.sv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7.svg"/><Relationship Id="rId18" Type="http://schemas.openxmlformats.org/officeDocument/2006/relationships/image" Target="../media/image572.png"/><Relationship Id="rId26" Type="http://schemas.openxmlformats.org/officeDocument/2006/relationships/image" Target="../media/image580.png"/><Relationship Id="rId39" Type="http://schemas.openxmlformats.org/officeDocument/2006/relationships/image" Target="../media/image593.svg"/><Relationship Id="rId21" Type="http://schemas.openxmlformats.org/officeDocument/2006/relationships/image" Target="../media/image575.svg"/><Relationship Id="rId34" Type="http://schemas.openxmlformats.org/officeDocument/2006/relationships/image" Target="../media/image588.png"/><Relationship Id="rId42" Type="http://schemas.openxmlformats.org/officeDocument/2006/relationships/image" Target="../media/image596.png"/><Relationship Id="rId47" Type="http://schemas.openxmlformats.org/officeDocument/2006/relationships/image" Target="../media/image601.svg"/><Relationship Id="rId50" Type="http://schemas.openxmlformats.org/officeDocument/2006/relationships/image" Target="../media/image604.png"/><Relationship Id="rId55" Type="http://schemas.openxmlformats.org/officeDocument/2006/relationships/image" Target="../media/image609.svg"/><Relationship Id="rId63" Type="http://schemas.openxmlformats.org/officeDocument/2006/relationships/image" Target="../media/image617.svg"/><Relationship Id="rId7" Type="http://schemas.openxmlformats.org/officeDocument/2006/relationships/image" Target="../media/image561.svg"/><Relationship Id="rId2" Type="http://schemas.openxmlformats.org/officeDocument/2006/relationships/image" Target="../media/image556.png"/><Relationship Id="rId16" Type="http://schemas.openxmlformats.org/officeDocument/2006/relationships/image" Target="../media/image570.png"/><Relationship Id="rId29" Type="http://schemas.openxmlformats.org/officeDocument/2006/relationships/image" Target="../media/image583.svg"/><Relationship Id="rId11" Type="http://schemas.openxmlformats.org/officeDocument/2006/relationships/image" Target="../media/image565.svg"/><Relationship Id="rId24" Type="http://schemas.openxmlformats.org/officeDocument/2006/relationships/image" Target="../media/image578.png"/><Relationship Id="rId32" Type="http://schemas.openxmlformats.org/officeDocument/2006/relationships/image" Target="../media/image586.png"/><Relationship Id="rId37" Type="http://schemas.openxmlformats.org/officeDocument/2006/relationships/image" Target="../media/image591.svg"/><Relationship Id="rId40" Type="http://schemas.openxmlformats.org/officeDocument/2006/relationships/image" Target="../media/image594.png"/><Relationship Id="rId45" Type="http://schemas.openxmlformats.org/officeDocument/2006/relationships/image" Target="../media/image599.svg"/><Relationship Id="rId53" Type="http://schemas.openxmlformats.org/officeDocument/2006/relationships/image" Target="../media/image607.svg"/><Relationship Id="rId58" Type="http://schemas.openxmlformats.org/officeDocument/2006/relationships/image" Target="../media/image612.png"/><Relationship Id="rId5" Type="http://schemas.openxmlformats.org/officeDocument/2006/relationships/image" Target="../media/image559.svg"/><Relationship Id="rId61" Type="http://schemas.openxmlformats.org/officeDocument/2006/relationships/image" Target="../media/image615.svg"/><Relationship Id="rId19" Type="http://schemas.openxmlformats.org/officeDocument/2006/relationships/image" Target="../media/image573.svg"/><Relationship Id="rId14" Type="http://schemas.openxmlformats.org/officeDocument/2006/relationships/image" Target="../media/image568.png"/><Relationship Id="rId22" Type="http://schemas.openxmlformats.org/officeDocument/2006/relationships/image" Target="../media/image576.png"/><Relationship Id="rId27" Type="http://schemas.openxmlformats.org/officeDocument/2006/relationships/image" Target="../media/image581.svg"/><Relationship Id="rId30" Type="http://schemas.openxmlformats.org/officeDocument/2006/relationships/image" Target="../media/image584.png"/><Relationship Id="rId35" Type="http://schemas.openxmlformats.org/officeDocument/2006/relationships/image" Target="../media/image589.svg"/><Relationship Id="rId43" Type="http://schemas.openxmlformats.org/officeDocument/2006/relationships/image" Target="../media/image597.svg"/><Relationship Id="rId48" Type="http://schemas.openxmlformats.org/officeDocument/2006/relationships/image" Target="../media/image602.png"/><Relationship Id="rId56" Type="http://schemas.openxmlformats.org/officeDocument/2006/relationships/image" Target="../media/image610.png"/><Relationship Id="rId8" Type="http://schemas.openxmlformats.org/officeDocument/2006/relationships/image" Target="../media/image562.png"/><Relationship Id="rId51" Type="http://schemas.openxmlformats.org/officeDocument/2006/relationships/image" Target="../media/image605.svg"/><Relationship Id="rId3" Type="http://schemas.openxmlformats.org/officeDocument/2006/relationships/image" Target="../media/image557.svg"/><Relationship Id="rId12" Type="http://schemas.openxmlformats.org/officeDocument/2006/relationships/image" Target="../media/image566.png"/><Relationship Id="rId17" Type="http://schemas.openxmlformats.org/officeDocument/2006/relationships/image" Target="../media/image571.svg"/><Relationship Id="rId25" Type="http://schemas.openxmlformats.org/officeDocument/2006/relationships/image" Target="../media/image579.svg"/><Relationship Id="rId33" Type="http://schemas.openxmlformats.org/officeDocument/2006/relationships/image" Target="../media/image587.svg"/><Relationship Id="rId38" Type="http://schemas.openxmlformats.org/officeDocument/2006/relationships/image" Target="../media/image592.png"/><Relationship Id="rId46" Type="http://schemas.openxmlformats.org/officeDocument/2006/relationships/image" Target="../media/image600.png"/><Relationship Id="rId59" Type="http://schemas.openxmlformats.org/officeDocument/2006/relationships/image" Target="../media/image613.svg"/><Relationship Id="rId20" Type="http://schemas.openxmlformats.org/officeDocument/2006/relationships/image" Target="../media/image574.png"/><Relationship Id="rId41" Type="http://schemas.openxmlformats.org/officeDocument/2006/relationships/image" Target="../media/image595.svg"/><Relationship Id="rId54" Type="http://schemas.openxmlformats.org/officeDocument/2006/relationships/image" Target="../media/image608.png"/><Relationship Id="rId62" Type="http://schemas.openxmlformats.org/officeDocument/2006/relationships/image" Target="../media/image6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0.png"/><Relationship Id="rId15" Type="http://schemas.openxmlformats.org/officeDocument/2006/relationships/image" Target="../media/image569.svg"/><Relationship Id="rId23" Type="http://schemas.openxmlformats.org/officeDocument/2006/relationships/image" Target="../media/image577.svg"/><Relationship Id="rId28" Type="http://schemas.openxmlformats.org/officeDocument/2006/relationships/image" Target="../media/image582.png"/><Relationship Id="rId36" Type="http://schemas.openxmlformats.org/officeDocument/2006/relationships/image" Target="../media/image590.png"/><Relationship Id="rId49" Type="http://schemas.openxmlformats.org/officeDocument/2006/relationships/image" Target="../media/image603.svg"/><Relationship Id="rId57" Type="http://schemas.openxmlformats.org/officeDocument/2006/relationships/image" Target="../media/image611.svg"/><Relationship Id="rId10" Type="http://schemas.openxmlformats.org/officeDocument/2006/relationships/image" Target="../media/image564.png"/><Relationship Id="rId31" Type="http://schemas.openxmlformats.org/officeDocument/2006/relationships/image" Target="../media/image585.svg"/><Relationship Id="rId44" Type="http://schemas.openxmlformats.org/officeDocument/2006/relationships/image" Target="../media/image598.png"/><Relationship Id="rId52" Type="http://schemas.openxmlformats.org/officeDocument/2006/relationships/image" Target="../media/image606.png"/><Relationship Id="rId60" Type="http://schemas.openxmlformats.org/officeDocument/2006/relationships/image" Target="../media/image614.png"/><Relationship Id="rId4" Type="http://schemas.openxmlformats.org/officeDocument/2006/relationships/image" Target="../media/image558.png"/><Relationship Id="rId9" Type="http://schemas.openxmlformats.org/officeDocument/2006/relationships/image" Target="../media/image56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4.png"/><Relationship Id="rId13" Type="http://schemas.openxmlformats.org/officeDocument/2006/relationships/image" Target="../media/image629.svg"/><Relationship Id="rId3" Type="http://schemas.openxmlformats.org/officeDocument/2006/relationships/image" Target="../media/image619.svg"/><Relationship Id="rId7" Type="http://schemas.openxmlformats.org/officeDocument/2006/relationships/image" Target="../media/image623.svg"/><Relationship Id="rId12" Type="http://schemas.openxmlformats.org/officeDocument/2006/relationships/image" Target="../media/image628.png"/><Relationship Id="rId2" Type="http://schemas.openxmlformats.org/officeDocument/2006/relationships/image" Target="../media/image6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2.png"/><Relationship Id="rId11" Type="http://schemas.openxmlformats.org/officeDocument/2006/relationships/image" Target="../media/image627.svg"/><Relationship Id="rId5" Type="http://schemas.openxmlformats.org/officeDocument/2006/relationships/image" Target="../media/image621.svg"/><Relationship Id="rId10" Type="http://schemas.openxmlformats.org/officeDocument/2006/relationships/image" Target="../media/image626.png"/><Relationship Id="rId4" Type="http://schemas.openxmlformats.org/officeDocument/2006/relationships/image" Target="../media/image620.png"/><Relationship Id="rId9" Type="http://schemas.openxmlformats.org/officeDocument/2006/relationships/image" Target="../media/image6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F2191">
                <a:alpha val="100000"/>
              </a:srgbClr>
            </a:gs>
            <a:gs pos="100000">
              <a:srgbClr val="4C005A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185750" y="7362129"/>
            <a:ext cx="960094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 spc="25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Des</a:t>
            </a:r>
            <a:r>
              <a:rPr lang="en-US" sz="2799" u="none" strike="noStrike" spc="25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igned for Corporate and Medical Presentations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85750" y="3169046"/>
            <a:ext cx="6506207" cy="3172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648"/>
              </a:lnSpc>
            </a:pPr>
            <a:r>
              <a:rPr lang="en-US" sz="10400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Icon </a:t>
            </a:r>
          </a:p>
          <a:p>
            <a:pPr algn="just">
              <a:lnSpc>
                <a:spcPts val="11648"/>
              </a:lnSpc>
            </a:pPr>
            <a:r>
              <a:rPr lang="en-US" sz="10400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Pack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85750" y="6779199"/>
            <a:ext cx="811960" cy="201930"/>
            <a:chOff x="0" y="0"/>
            <a:chExt cx="1082614" cy="26924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69240" cy="269240"/>
              <a:chOff x="0" y="0"/>
              <a:chExt cx="145045" cy="14504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5045" cy="145045"/>
              </a:xfrm>
              <a:custGeom>
                <a:avLst/>
                <a:gdLst/>
                <a:ahLst/>
                <a:cxnLst/>
                <a:rect l="l" t="t" r="r" b="b"/>
                <a:pathLst>
                  <a:path w="145045" h="145045">
                    <a:moveTo>
                      <a:pt x="72523" y="0"/>
                    </a:moveTo>
                    <a:lnTo>
                      <a:pt x="72523" y="0"/>
                    </a:lnTo>
                    <a:cubicBezTo>
                      <a:pt x="91757" y="0"/>
                      <a:pt x="110203" y="7641"/>
                      <a:pt x="123804" y="21241"/>
                    </a:cubicBezTo>
                    <a:cubicBezTo>
                      <a:pt x="137404" y="34842"/>
                      <a:pt x="145045" y="53288"/>
                      <a:pt x="145045" y="72523"/>
                    </a:cubicBezTo>
                    <a:lnTo>
                      <a:pt x="145045" y="72523"/>
                    </a:lnTo>
                    <a:cubicBezTo>
                      <a:pt x="145045" y="91757"/>
                      <a:pt x="137404" y="110203"/>
                      <a:pt x="123804" y="123804"/>
                    </a:cubicBezTo>
                    <a:cubicBezTo>
                      <a:pt x="110203" y="137404"/>
                      <a:pt x="91757" y="145045"/>
                      <a:pt x="72523" y="145045"/>
                    </a:cubicBezTo>
                    <a:lnTo>
                      <a:pt x="72523" y="145045"/>
                    </a:lnTo>
                    <a:cubicBezTo>
                      <a:pt x="53288" y="145045"/>
                      <a:pt x="34842" y="137404"/>
                      <a:pt x="21241" y="123804"/>
                    </a:cubicBezTo>
                    <a:cubicBezTo>
                      <a:pt x="7641" y="110203"/>
                      <a:pt x="0" y="91757"/>
                      <a:pt x="0" y="72523"/>
                    </a:cubicBezTo>
                    <a:lnTo>
                      <a:pt x="0" y="72523"/>
                    </a:lnTo>
                    <a:cubicBezTo>
                      <a:pt x="0" y="53288"/>
                      <a:pt x="7641" y="34842"/>
                      <a:pt x="21241" y="21241"/>
                    </a:cubicBezTo>
                    <a:cubicBezTo>
                      <a:pt x="34842" y="7641"/>
                      <a:pt x="53288" y="0"/>
                      <a:pt x="72523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9050"/>
                <a:ext cx="145045" cy="1640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04434" y="0"/>
              <a:ext cx="269240" cy="269240"/>
              <a:chOff x="0" y="0"/>
              <a:chExt cx="145045" cy="14504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5045" cy="145045"/>
              </a:xfrm>
              <a:custGeom>
                <a:avLst/>
                <a:gdLst/>
                <a:ahLst/>
                <a:cxnLst/>
                <a:rect l="l" t="t" r="r" b="b"/>
                <a:pathLst>
                  <a:path w="145045" h="145045">
                    <a:moveTo>
                      <a:pt x="72523" y="0"/>
                    </a:moveTo>
                    <a:lnTo>
                      <a:pt x="72523" y="0"/>
                    </a:lnTo>
                    <a:cubicBezTo>
                      <a:pt x="91757" y="0"/>
                      <a:pt x="110203" y="7641"/>
                      <a:pt x="123804" y="21241"/>
                    </a:cubicBezTo>
                    <a:cubicBezTo>
                      <a:pt x="137404" y="34842"/>
                      <a:pt x="145045" y="53288"/>
                      <a:pt x="145045" y="72523"/>
                    </a:cubicBezTo>
                    <a:lnTo>
                      <a:pt x="145045" y="72523"/>
                    </a:lnTo>
                    <a:cubicBezTo>
                      <a:pt x="145045" y="91757"/>
                      <a:pt x="137404" y="110203"/>
                      <a:pt x="123804" y="123804"/>
                    </a:cubicBezTo>
                    <a:cubicBezTo>
                      <a:pt x="110203" y="137404"/>
                      <a:pt x="91757" y="145045"/>
                      <a:pt x="72523" y="145045"/>
                    </a:cubicBezTo>
                    <a:lnTo>
                      <a:pt x="72523" y="145045"/>
                    </a:lnTo>
                    <a:cubicBezTo>
                      <a:pt x="53288" y="145045"/>
                      <a:pt x="34842" y="137404"/>
                      <a:pt x="21241" y="123804"/>
                    </a:cubicBezTo>
                    <a:cubicBezTo>
                      <a:pt x="7641" y="110203"/>
                      <a:pt x="0" y="91757"/>
                      <a:pt x="0" y="72523"/>
                    </a:cubicBezTo>
                    <a:lnTo>
                      <a:pt x="0" y="72523"/>
                    </a:lnTo>
                    <a:cubicBezTo>
                      <a:pt x="0" y="53288"/>
                      <a:pt x="7641" y="34842"/>
                      <a:pt x="21241" y="21241"/>
                    </a:cubicBezTo>
                    <a:cubicBezTo>
                      <a:pt x="34842" y="7641"/>
                      <a:pt x="53288" y="0"/>
                      <a:pt x="72523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9050"/>
                <a:ext cx="145045" cy="1640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813374" y="0"/>
              <a:ext cx="269240" cy="269240"/>
              <a:chOff x="0" y="0"/>
              <a:chExt cx="145045" cy="14504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5045" cy="145045"/>
              </a:xfrm>
              <a:custGeom>
                <a:avLst/>
                <a:gdLst/>
                <a:ahLst/>
                <a:cxnLst/>
                <a:rect l="l" t="t" r="r" b="b"/>
                <a:pathLst>
                  <a:path w="145045" h="145045">
                    <a:moveTo>
                      <a:pt x="72523" y="0"/>
                    </a:moveTo>
                    <a:lnTo>
                      <a:pt x="72523" y="0"/>
                    </a:lnTo>
                    <a:cubicBezTo>
                      <a:pt x="91757" y="0"/>
                      <a:pt x="110203" y="7641"/>
                      <a:pt x="123804" y="21241"/>
                    </a:cubicBezTo>
                    <a:cubicBezTo>
                      <a:pt x="137404" y="34842"/>
                      <a:pt x="145045" y="53288"/>
                      <a:pt x="145045" y="72523"/>
                    </a:cubicBezTo>
                    <a:lnTo>
                      <a:pt x="145045" y="72523"/>
                    </a:lnTo>
                    <a:cubicBezTo>
                      <a:pt x="145045" y="91757"/>
                      <a:pt x="137404" y="110203"/>
                      <a:pt x="123804" y="123804"/>
                    </a:cubicBezTo>
                    <a:cubicBezTo>
                      <a:pt x="110203" y="137404"/>
                      <a:pt x="91757" y="145045"/>
                      <a:pt x="72523" y="145045"/>
                    </a:cubicBezTo>
                    <a:lnTo>
                      <a:pt x="72523" y="145045"/>
                    </a:lnTo>
                    <a:cubicBezTo>
                      <a:pt x="53288" y="145045"/>
                      <a:pt x="34842" y="137404"/>
                      <a:pt x="21241" y="123804"/>
                    </a:cubicBezTo>
                    <a:cubicBezTo>
                      <a:pt x="7641" y="110203"/>
                      <a:pt x="0" y="91757"/>
                      <a:pt x="0" y="72523"/>
                    </a:cubicBezTo>
                    <a:lnTo>
                      <a:pt x="0" y="72523"/>
                    </a:lnTo>
                    <a:cubicBezTo>
                      <a:pt x="0" y="53288"/>
                      <a:pt x="7641" y="34842"/>
                      <a:pt x="21241" y="21241"/>
                    </a:cubicBezTo>
                    <a:cubicBezTo>
                      <a:pt x="34842" y="7641"/>
                      <a:pt x="53288" y="0"/>
                      <a:pt x="72523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145045" cy="1640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1185750" y="9061132"/>
            <a:ext cx="531469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b="1" u="sng" spc="18">
                <a:solidFill>
                  <a:srgbClr val="FFF7F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Version 1.0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EA63A807-AD89-3F09-72FB-0E021C66C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00" y="1104900"/>
            <a:ext cx="5487739" cy="1392949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489F76B8-8B20-01B6-99B8-C861C6A45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258286">
            <a:off x="15360386" y="7036116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44871" y="4236310"/>
            <a:ext cx="7158285" cy="7357645"/>
            <a:chOff x="0" y="0"/>
            <a:chExt cx="711820" cy="7316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1820" cy="731643"/>
            </a:xfrm>
            <a:custGeom>
              <a:avLst/>
              <a:gdLst/>
              <a:ahLst/>
              <a:cxnLst/>
              <a:rect l="l" t="t" r="r" b="b"/>
              <a:pathLst>
                <a:path w="711820" h="731643">
                  <a:moveTo>
                    <a:pt x="711820" y="20549"/>
                  </a:moveTo>
                  <a:lnTo>
                    <a:pt x="711820" y="711094"/>
                  </a:lnTo>
                  <a:cubicBezTo>
                    <a:pt x="711820" y="722443"/>
                    <a:pt x="702619" y="731643"/>
                    <a:pt x="691270" y="731643"/>
                  </a:cubicBezTo>
                  <a:lnTo>
                    <a:pt x="20549" y="731643"/>
                  </a:lnTo>
                  <a:cubicBezTo>
                    <a:pt x="9200" y="731643"/>
                    <a:pt x="0" y="722443"/>
                    <a:pt x="0" y="711094"/>
                  </a:cubicBezTo>
                  <a:lnTo>
                    <a:pt x="0" y="20549"/>
                  </a:lnTo>
                  <a:cubicBezTo>
                    <a:pt x="0" y="9200"/>
                    <a:pt x="9200" y="0"/>
                    <a:pt x="20549" y="0"/>
                  </a:cubicBezTo>
                  <a:lnTo>
                    <a:pt x="691270" y="0"/>
                  </a:lnTo>
                  <a:cubicBezTo>
                    <a:pt x="702619" y="0"/>
                    <a:pt x="711820" y="9200"/>
                    <a:pt x="711820" y="20549"/>
                  </a:cubicBezTo>
                  <a:close/>
                </a:path>
              </a:pathLst>
            </a:custGeom>
            <a:solidFill>
              <a:srgbClr val="7F219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11820" cy="769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32933" y="4495940"/>
            <a:ext cx="252546" cy="377564"/>
          </a:xfrm>
          <a:custGeom>
            <a:avLst/>
            <a:gdLst/>
            <a:ahLst/>
            <a:cxnLst/>
            <a:rect l="l" t="t" r="r" b="b"/>
            <a:pathLst>
              <a:path w="252546" h="377564">
                <a:moveTo>
                  <a:pt x="0" y="0"/>
                </a:moveTo>
                <a:lnTo>
                  <a:pt x="252546" y="0"/>
                </a:lnTo>
                <a:lnTo>
                  <a:pt x="252546" y="377564"/>
                </a:lnTo>
                <a:lnTo>
                  <a:pt x="0" y="377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32933" y="7295095"/>
            <a:ext cx="252546" cy="377564"/>
          </a:xfrm>
          <a:custGeom>
            <a:avLst/>
            <a:gdLst/>
            <a:ahLst/>
            <a:cxnLst/>
            <a:rect l="l" t="t" r="r" b="b"/>
            <a:pathLst>
              <a:path w="252546" h="377564">
                <a:moveTo>
                  <a:pt x="0" y="0"/>
                </a:moveTo>
                <a:lnTo>
                  <a:pt x="252546" y="0"/>
                </a:lnTo>
                <a:lnTo>
                  <a:pt x="252546" y="377564"/>
                </a:lnTo>
                <a:lnTo>
                  <a:pt x="0" y="377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029379" y="1028700"/>
            <a:ext cx="6229921" cy="6415221"/>
            <a:chOff x="0" y="0"/>
            <a:chExt cx="965178" cy="9938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65178" cy="993886"/>
            </a:xfrm>
            <a:custGeom>
              <a:avLst/>
              <a:gdLst/>
              <a:ahLst/>
              <a:cxnLst/>
              <a:rect l="l" t="t" r="r" b="b"/>
              <a:pathLst>
                <a:path w="965178" h="993886">
                  <a:moveTo>
                    <a:pt x="28582" y="0"/>
                  </a:moveTo>
                  <a:lnTo>
                    <a:pt x="936596" y="0"/>
                  </a:lnTo>
                  <a:cubicBezTo>
                    <a:pt x="944176" y="0"/>
                    <a:pt x="951446" y="3011"/>
                    <a:pt x="956806" y="8371"/>
                  </a:cubicBezTo>
                  <a:cubicBezTo>
                    <a:pt x="962166" y="13732"/>
                    <a:pt x="965178" y="21002"/>
                    <a:pt x="965178" y="28582"/>
                  </a:cubicBezTo>
                  <a:lnTo>
                    <a:pt x="965178" y="965303"/>
                  </a:lnTo>
                  <a:cubicBezTo>
                    <a:pt x="965178" y="972884"/>
                    <a:pt x="962166" y="980154"/>
                    <a:pt x="956806" y="985514"/>
                  </a:cubicBezTo>
                  <a:cubicBezTo>
                    <a:pt x="951446" y="990874"/>
                    <a:pt x="944176" y="993886"/>
                    <a:pt x="936596" y="993886"/>
                  </a:cubicBezTo>
                  <a:lnTo>
                    <a:pt x="28582" y="993886"/>
                  </a:lnTo>
                  <a:cubicBezTo>
                    <a:pt x="21002" y="993886"/>
                    <a:pt x="13732" y="990874"/>
                    <a:pt x="8371" y="985514"/>
                  </a:cubicBezTo>
                  <a:cubicBezTo>
                    <a:pt x="3011" y="980154"/>
                    <a:pt x="0" y="972884"/>
                    <a:pt x="0" y="965303"/>
                  </a:cubicBezTo>
                  <a:lnTo>
                    <a:pt x="0" y="28582"/>
                  </a:lnTo>
                  <a:cubicBezTo>
                    <a:pt x="0" y="21002"/>
                    <a:pt x="3011" y="13732"/>
                    <a:pt x="8371" y="8371"/>
                  </a:cubicBezTo>
                  <a:cubicBezTo>
                    <a:pt x="13732" y="3011"/>
                    <a:pt x="21002" y="0"/>
                    <a:pt x="28582" y="0"/>
                  </a:cubicBezTo>
                  <a:close/>
                </a:path>
              </a:pathLst>
            </a:custGeom>
            <a:blipFill>
              <a:blip r:embed="rId4"/>
              <a:stretch>
                <a:fillRect t="-46051" r="-167369"/>
              </a:stretch>
            </a:blipFill>
            <a:ln w="2286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923066" y="4684271"/>
            <a:ext cx="4243610" cy="4385648"/>
            <a:chOff x="0" y="0"/>
            <a:chExt cx="6362700" cy="6575666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6350012" cy="6562979"/>
            </a:xfrm>
            <a:custGeom>
              <a:avLst/>
              <a:gdLst/>
              <a:ahLst/>
              <a:cxnLst/>
              <a:rect l="l" t="t" r="r" b="b"/>
              <a:pathLst>
                <a:path w="6350012" h="6562979">
                  <a:moveTo>
                    <a:pt x="6350000" y="5480583"/>
                  </a:moveTo>
                  <a:cubicBezTo>
                    <a:pt x="6350000" y="6078372"/>
                    <a:pt x="5865419" y="6562979"/>
                    <a:pt x="5267617" y="6562979"/>
                  </a:cubicBezTo>
                  <a:lnTo>
                    <a:pt x="1082383" y="6562979"/>
                  </a:lnTo>
                  <a:cubicBezTo>
                    <a:pt x="484594" y="6562979"/>
                    <a:pt x="0" y="6078385"/>
                    <a:pt x="0" y="5480583"/>
                  </a:cubicBezTo>
                  <a:lnTo>
                    <a:pt x="0" y="1082383"/>
                  </a:lnTo>
                  <a:cubicBezTo>
                    <a:pt x="0" y="484594"/>
                    <a:pt x="484581" y="0"/>
                    <a:pt x="1082383" y="0"/>
                  </a:cubicBezTo>
                  <a:lnTo>
                    <a:pt x="5267630" y="0"/>
                  </a:lnTo>
                  <a:cubicBezTo>
                    <a:pt x="5865419" y="0"/>
                    <a:pt x="6350012" y="484594"/>
                    <a:pt x="6350012" y="1082383"/>
                  </a:cubicBezTo>
                  <a:lnTo>
                    <a:pt x="6350012" y="5480583"/>
                  </a:lnTo>
                  <a:close/>
                </a:path>
              </a:pathLst>
            </a:custGeom>
            <a:blipFill>
              <a:blip r:embed="rId5"/>
              <a:stretch>
                <a:fillRect l="-42074" r="-4207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923066" y="4495940"/>
            <a:ext cx="4606890" cy="4762360"/>
            <a:chOff x="0" y="0"/>
            <a:chExt cx="713728" cy="7378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3728" cy="737814"/>
            </a:xfrm>
            <a:custGeom>
              <a:avLst/>
              <a:gdLst/>
              <a:ahLst/>
              <a:cxnLst/>
              <a:rect l="l" t="t" r="r" b="b"/>
              <a:pathLst>
                <a:path w="713728" h="737814">
                  <a:moveTo>
                    <a:pt x="38652" y="0"/>
                  </a:moveTo>
                  <a:lnTo>
                    <a:pt x="675076" y="0"/>
                  </a:lnTo>
                  <a:cubicBezTo>
                    <a:pt x="685327" y="0"/>
                    <a:pt x="695158" y="4072"/>
                    <a:pt x="702407" y="11321"/>
                  </a:cubicBezTo>
                  <a:cubicBezTo>
                    <a:pt x="709656" y="18569"/>
                    <a:pt x="713728" y="28401"/>
                    <a:pt x="713728" y="38652"/>
                  </a:cubicBezTo>
                  <a:lnTo>
                    <a:pt x="713728" y="699162"/>
                  </a:lnTo>
                  <a:cubicBezTo>
                    <a:pt x="713728" y="709413"/>
                    <a:pt x="709656" y="719245"/>
                    <a:pt x="702407" y="726493"/>
                  </a:cubicBezTo>
                  <a:cubicBezTo>
                    <a:pt x="695158" y="733742"/>
                    <a:pt x="685327" y="737814"/>
                    <a:pt x="675076" y="737814"/>
                  </a:cubicBezTo>
                  <a:lnTo>
                    <a:pt x="38652" y="737814"/>
                  </a:lnTo>
                  <a:cubicBezTo>
                    <a:pt x="17305" y="737814"/>
                    <a:pt x="0" y="720509"/>
                    <a:pt x="0" y="699162"/>
                  </a:cubicBezTo>
                  <a:lnTo>
                    <a:pt x="0" y="38652"/>
                  </a:lnTo>
                  <a:cubicBezTo>
                    <a:pt x="0" y="28401"/>
                    <a:pt x="4072" y="18569"/>
                    <a:pt x="11321" y="11321"/>
                  </a:cubicBezTo>
                  <a:cubicBezTo>
                    <a:pt x="18569" y="4072"/>
                    <a:pt x="28401" y="0"/>
                    <a:pt x="38652" y="0"/>
                  </a:cubicBezTo>
                  <a:close/>
                </a:path>
              </a:pathLst>
            </a:custGeom>
            <a:blipFill>
              <a:blip r:embed="rId6"/>
              <a:stretch>
                <a:fillRect l="-27982" t="-89375" r="-278402" b="-31754"/>
              </a:stretch>
            </a:blipFill>
            <a:ln w="23812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432933" y="3610817"/>
            <a:ext cx="721810" cy="181928"/>
            <a:chOff x="0" y="0"/>
            <a:chExt cx="962414" cy="24257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242570" cy="242570"/>
              <a:chOff x="0" y="0"/>
              <a:chExt cx="130677" cy="13067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56870" y="0"/>
              <a:ext cx="242570" cy="242570"/>
              <a:chOff x="0" y="0"/>
              <a:chExt cx="130677" cy="13067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19844" y="0"/>
              <a:ext cx="242570" cy="242570"/>
              <a:chOff x="0" y="0"/>
              <a:chExt cx="130677" cy="13067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1969137" y="5076825"/>
            <a:ext cx="6431739" cy="151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This icon library aims to harmonize all presentation materials and strengthen the visual consistency of messages. It helps showcase the company's expertise and therapeutic areas.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69137" y="7869770"/>
            <a:ext cx="6708580" cy="151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Designed as a practical and scalable tool, this library facilitates the integration of icons into presentations, while respecting the visual identity and enhancing content impact.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69137" y="4553090"/>
            <a:ext cx="7174863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1">
                <a:solidFill>
                  <a:srgbClr val="50298E"/>
                </a:solidFill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Harmonization of Materials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69137" y="7256995"/>
            <a:ext cx="6244201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50298E"/>
                </a:solidFill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A Simple and Flexible Tool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32933" y="2195505"/>
            <a:ext cx="6529396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359"/>
              </a:lnSpc>
              <a:spcBef>
                <a:spcPct val="0"/>
              </a:spcBef>
            </a:pPr>
            <a:r>
              <a:rPr lang="en-US" sz="5999" b="1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Pack Obj</a:t>
            </a:r>
            <a:r>
              <a:rPr lang="en-US" sz="5999" b="1" u="none" strike="noStrike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F2191">
                <a:alpha val="100000"/>
              </a:srgbClr>
            </a:gs>
            <a:gs pos="100000">
              <a:srgbClr val="4C005A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35636" y="4077652"/>
            <a:ext cx="11816727" cy="1979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40"/>
              </a:lnSpc>
            </a:pPr>
            <a:r>
              <a:rPr lang="en-US" sz="12000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Categories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38020" y="6245722"/>
            <a:ext cx="811960" cy="201930"/>
            <a:chOff x="0" y="0"/>
            <a:chExt cx="1082614" cy="26924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69240" cy="269240"/>
              <a:chOff x="0" y="0"/>
              <a:chExt cx="145045" cy="14504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5045" cy="145045"/>
              </a:xfrm>
              <a:custGeom>
                <a:avLst/>
                <a:gdLst/>
                <a:ahLst/>
                <a:cxnLst/>
                <a:rect l="l" t="t" r="r" b="b"/>
                <a:pathLst>
                  <a:path w="145045" h="145045">
                    <a:moveTo>
                      <a:pt x="72523" y="0"/>
                    </a:moveTo>
                    <a:lnTo>
                      <a:pt x="72523" y="0"/>
                    </a:lnTo>
                    <a:cubicBezTo>
                      <a:pt x="91757" y="0"/>
                      <a:pt x="110203" y="7641"/>
                      <a:pt x="123804" y="21241"/>
                    </a:cubicBezTo>
                    <a:cubicBezTo>
                      <a:pt x="137404" y="34842"/>
                      <a:pt x="145045" y="53288"/>
                      <a:pt x="145045" y="72523"/>
                    </a:cubicBezTo>
                    <a:lnTo>
                      <a:pt x="145045" y="72523"/>
                    </a:lnTo>
                    <a:cubicBezTo>
                      <a:pt x="145045" y="91757"/>
                      <a:pt x="137404" y="110203"/>
                      <a:pt x="123804" y="123804"/>
                    </a:cubicBezTo>
                    <a:cubicBezTo>
                      <a:pt x="110203" y="137404"/>
                      <a:pt x="91757" y="145045"/>
                      <a:pt x="72523" y="145045"/>
                    </a:cubicBezTo>
                    <a:lnTo>
                      <a:pt x="72523" y="145045"/>
                    </a:lnTo>
                    <a:cubicBezTo>
                      <a:pt x="53288" y="145045"/>
                      <a:pt x="34842" y="137404"/>
                      <a:pt x="21241" y="123804"/>
                    </a:cubicBezTo>
                    <a:cubicBezTo>
                      <a:pt x="7641" y="110203"/>
                      <a:pt x="0" y="91757"/>
                      <a:pt x="0" y="72523"/>
                    </a:cubicBezTo>
                    <a:lnTo>
                      <a:pt x="0" y="72523"/>
                    </a:lnTo>
                    <a:cubicBezTo>
                      <a:pt x="0" y="53288"/>
                      <a:pt x="7641" y="34842"/>
                      <a:pt x="21241" y="21241"/>
                    </a:cubicBezTo>
                    <a:cubicBezTo>
                      <a:pt x="34842" y="7641"/>
                      <a:pt x="53288" y="0"/>
                      <a:pt x="72523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19050"/>
                <a:ext cx="145045" cy="1640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404434" y="0"/>
              <a:ext cx="269240" cy="269240"/>
              <a:chOff x="0" y="0"/>
              <a:chExt cx="145045" cy="14504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5045" cy="145045"/>
              </a:xfrm>
              <a:custGeom>
                <a:avLst/>
                <a:gdLst/>
                <a:ahLst/>
                <a:cxnLst/>
                <a:rect l="l" t="t" r="r" b="b"/>
                <a:pathLst>
                  <a:path w="145045" h="145045">
                    <a:moveTo>
                      <a:pt x="72523" y="0"/>
                    </a:moveTo>
                    <a:lnTo>
                      <a:pt x="72523" y="0"/>
                    </a:lnTo>
                    <a:cubicBezTo>
                      <a:pt x="91757" y="0"/>
                      <a:pt x="110203" y="7641"/>
                      <a:pt x="123804" y="21241"/>
                    </a:cubicBezTo>
                    <a:cubicBezTo>
                      <a:pt x="137404" y="34842"/>
                      <a:pt x="145045" y="53288"/>
                      <a:pt x="145045" y="72523"/>
                    </a:cubicBezTo>
                    <a:lnTo>
                      <a:pt x="145045" y="72523"/>
                    </a:lnTo>
                    <a:cubicBezTo>
                      <a:pt x="145045" y="91757"/>
                      <a:pt x="137404" y="110203"/>
                      <a:pt x="123804" y="123804"/>
                    </a:cubicBezTo>
                    <a:cubicBezTo>
                      <a:pt x="110203" y="137404"/>
                      <a:pt x="91757" y="145045"/>
                      <a:pt x="72523" y="145045"/>
                    </a:cubicBezTo>
                    <a:lnTo>
                      <a:pt x="72523" y="145045"/>
                    </a:lnTo>
                    <a:cubicBezTo>
                      <a:pt x="53288" y="145045"/>
                      <a:pt x="34842" y="137404"/>
                      <a:pt x="21241" y="123804"/>
                    </a:cubicBezTo>
                    <a:cubicBezTo>
                      <a:pt x="7641" y="110203"/>
                      <a:pt x="0" y="91757"/>
                      <a:pt x="0" y="72523"/>
                    </a:cubicBezTo>
                    <a:lnTo>
                      <a:pt x="0" y="72523"/>
                    </a:lnTo>
                    <a:cubicBezTo>
                      <a:pt x="0" y="53288"/>
                      <a:pt x="7641" y="34842"/>
                      <a:pt x="21241" y="21241"/>
                    </a:cubicBezTo>
                    <a:cubicBezTo>
                      <a:pt x="34842" y="7641"/>
                      <a:pt x="53288" y="0"/>
                      <a:pt x="72523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145045" cy="1640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813374" y="0"/>
              <a:ext cx="269240" cy="269240"/>
              <a:chOff x="0" y="0"/>
              <a:chExt cx="145045" cy="14504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5045" cy="145045"/>
              </a:xfrm>
              <a:custGeom>
                <a:avLst/>
                <a:gdLst/>
                <a:ahLst/>
                <a:cxnLst/>
                <a:rect l="l" t="t" r="r" b="b"/>
                <a:pathLst>
                  <a:path w="145045" h="145045">
                    <a:moveTo>
                      <a:pt x="72523" y="0"/>
                    </a:moveTo>
                    <a:lnTo>
                      <a:pt x="72523" y="0"/>
                    </a:lnTo>
                    <a:cubicBezTo>
                      <a:pt x="91757" y="0"/>
                      <a:pt x="110203" y="7641"/>
                      <a:pt x="123804" y="21241"/>
                    </a:cubicBezTo>
                    <a:cubicBezTo>
                      <a:pt x="137404" y="34842"/>
                      <a:pt x="145045" y="53288"/>
                      <a:pt x="145045" y="72523"/>
                    </a:cubicBezTo>
                    <a:lnTo>
                      <a:pt x="145045" y="72523"/>
                    </a:lnTo>
                    <a:cubicBezTo>
                      <a:pt x="145045" y="91757"/>
                      <a:pt x="137404" y="110203"/>
                      <a:pt x="123804" y="123804"/>
                    </a:cubicBezTo>
                    <a:cubicBezTo>
                      <a:pt x="110203" y="137404"/>
                      <a:pt x="91757" y="145045"/>
                      <a:pt x="72523" y="145045"/>
                    </a:cubicBezTo>
                    <a:lnTo>
                      <a:pt x="72523" y="145045"/>
                    </a:lnTo>
                    <a:cubicBezTo>
                      <a:pt x="53288" y="145045"/>
                      <a:pt x="34842" y="137404"/>
                      <a:pt x="21241" y="123804"/>
                    </a:cubicBezTo>
                    <a:cubicBezTo>
                      <a:pt x="7641" y="110203"/>
                      <a:pt x="0" y="91757"/>
                      <a:pt x="0" y="72523"/>
                    </a:cubicBezTo>
                    <a:lnTo>
                      <a:pt x="0" y="72523"/>
                    </a:lnTo>
                    <a:cubicBezTo>
                      <a:pt x="0" y="53288"/>
                      <a:pt x="7641" y="34842"/>
                      <a:pt x="21241" y="21241"/>
                    </a:cubicBezTo>
                    <a:cubicBezTo>
                      <a:pt x="34842" y="7641"/>
                      <a:pt x="53288" y="0"/>
                      <a:pt x="72523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9050"/>
                <a:ext cx="145045" cy="1640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8783095" y="3071646"/>
            <a:ext cx="721810" cy="181928"/>
            <a:chOff x="0" y="0"/>
            <a:chExt cx="962414" cy="24257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2570" cy="242570"/>
              <a:chOff x="0" y="0"/>
              <a:chExt cx="130677" cy="13067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56870" y="0"/>
              <a:ext cx="242570" cy="242570"/>
              <a:chOff x="0" y="0"/>
              <a:chExt cx="130677" cy="13067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19844" y="0"/>
              <a:ext cx="242570" cy="242570"/>
              <a:chOff x="0" y="0"/>
              <a:chExt cx="130677" cy="13067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7865263" y="6031196"/>
            <a:ext cx="1021556" cy="1047750"/>
          </a:xfrm>
          <a:custGeom>
            <a:avLst/>
            <a:gdLst/>
            <a:ahLst/>
            <a:cxnLst/>
            <a:rect l="l" t="t" r="r" b="b"/>
            <a:pathLst>
              <a:path w="1021556" h="1047750">
                <a:moveTo>
                  <a:pt x="0" y="0"/>
                </a:moveTo>
                <a:lnTo>
                  <a:pt x="1021556" y="0"/>
                </a:lnTo>
                <a:lnTo>
                  <a:pt x="102155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229911" y="7507571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442495" y="6056103"/>
            <a:ext cx="861774" cy="1047750"/>
          </a:xfrm>
          <a:custGeom>
            <a:avLst/>
            <a:gdLst/>
            <a:ahLst/>
            <a:cxnLst/>
            <a:rect l="l" t="t" r="r" b="b"/>
            <a:pathLst>
              <a:path w="861774" h="1047750">
                <a:moveTo>
                  <a:pt x="0" y="0"/>
                </a:moveTo>
                <a:lnTo>
                  <a:pt x="861775" y="0"/>
                </a:lnTo>
                <a:lnTo>
                  <a:pt x="86177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993797" y="6052025"/>
            <a:ext cx="860465" cy="1047750"/>
          </a:xfrm>
          <a:custGeom>
            <a:avLst/>
            <a:gdLst/>
            <a:ahLst/>
            <a:cxnLst/>
            <a:rect l="l" t="t" r="r" b="b"/>
            <a:pathLst>
              <a:path w="860465" h="1047750">
                <a:moveTo>
                  <a:pt x="0" y="0"/>
                </a:moveTo>
                <a:lnTo>
                  <a:pt x="860465" y="0"/>
                </a:lnTo>
                <a:lnTo>
                  <a:pt x="86046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05633" y="6052025"/>
            <a:ext cx="670560" cy="1047750"/>
          </a:xfrm>
          <a:custGeom>
            <a:avLst/>
            <a:gdLst/>
            <a:ahLst/>
            <a:cxnLst/>
            <a:rect l="l" t="t" r="r" b="b"/>
            <a:pathLst>
              <a:path w="670560" h="1047750">
                <a:moveTo>
                  <a:pt x="0" y="0"/>
                </a:moveTo>
                <a:lnTo>
                  <a:pt x="670560" y="0"/>
                </a:lnTo>
                <a:lnTo>
                  <a:pt x="67056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4946648" y="7490554"/>
            <a:ext cx="954762" cy="1047750"/>
          </a:xfrm>
          <a:custGeom>
            <a:avLst/>
            <a:gdLst/>
            <a:ahLst/>
            <a:cxnLst/>
            <a:rect l="l" t="t" r="r" b="b"/>
            <a:pathLst>
              <a:path w="954762" h="1047750">
                <a:moveTo>
                  <a:pt x="0" y="0"/>
                </a:moveTo>
                <a:lnTo>
                  <a:pt x="954763" y="0"/>
                </a:lnTo>
                <a:lnTo>
                  <a:pt x="954763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920024" y="4529011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987904" y="4529011"/>
            <a:ext cx="1197429" cy="1047750"/>
          </a:xfrm>
          <a:custGeom>
            <a:avLst/>
            <a:gdLst/>
            <a:ahLst/>
            <a:cxnLst/>
            <a:rect l="l" t="t" r="r" b="b"/>
            <a:pathLst>
              <a:path w="1197429" h="1047750">
                <a:moveTo>
                  <a:pt x="0" y="0"/>
                </a:moveTo>
                <a:lnTo>
                  <a:pt x="1197428" y="0"/>
                </a:lnTo>
                <a:lnTo>
                  <a:pt x="119742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370591" y="4529011"/>
            <a:ext cx="1080155" cy="1047750"/>
          </a:xfrm>
          <a:custGeom>
            <a:avLst/>
            <a:gdLst/>
            <a:ahLst/>
            <a:cxnLst/>
            <a:rect l="l" t="t" r="r" b="b"/>
            <a:pathLst>
              <a:path w="1080155" h="1047750">
                <a:moveTo>
                  <a:pt x="0" y="0"/>
                </a:moveTo>
                <a:lnTo>
                  <a:pt x="1080155" y="0"/>
                </a:lnTo>
                <a:lnTo>
                  <a:pt x="108015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589930" y="4529011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4937932" y="4557048"/>
            <a:ext cx="1207781" cy="1047750"/>
          </a:xfrm>
          <a:custGeom>
            <a:avLst/>
            <a:gdLst/>
            <a:ahLst/>
            <a:cxnLst/>
            <a:rect l="l" t="t" r="r" b="b"/>
            <a:pathLst>
              <a:path w="1207781" h="1047750">
                <a:moveTo>
                  <a:pt x="0" y="0"/>
                </a:moveTo>
                <a:lnTo>
                  <a:pt x="1207781" y="0"/>
                </a:lnTo>
                <a:lnTo>
                  <a:pt x="1207781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329724" y="4619625"/>
            <a:ext cx="920525" cy="1047750"/>
          </a:xfrm>
          <a:custGeom>
            <a:avLst/>
            <a:gdLst/>
            <a:ahLst/>
            <a:cxnLst/>
            <a:rect l="l" t="t" r="r" b="b"/>
            <a:pathLst>
              <a:path w="920525" h="1047750">
                <a:moveTo>
                  <a:pt x="0" y="0"/>
                </a:moveTo>
                <a:lnTo>
                  <a:pt x="920525" y="0"/>
                </a:lnTo>
                <a:lnTo>
                  <a:pt x="92052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3537757" y="4529011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266112" y="6004848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3355575" y="7490554"/>
            <a:ext cx="969169" cy="1047750"/>
          </a:xfrm>
          <a:custGeom>
            <a:avLst/>
            <a:gdLst/>
            <a:ahLst/>
            <a:cxnLst/>
            <a:rect l="l" t="t" r="r" b="b"/>
            <a:pathLst>
              <a:path w="969169" h="1047750">
                <a:moveTo>
                  <a:pt x="0" y="0"/>
                </a:moveTo>
                <a:lnTo>
                  <a:pt x="969169" y="0"/>
                </a:lnTo>
                <a:lnTo>
                  <a:pt x="969169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928120" y="6052025"/>
            <a:ext cx="932497" cy="1047750"/>
          </a:xfrm>
          <a:custGeom>
            <a:avLst/>
            <a:gdLst/>
            <a:ahLst/>
            <a:cxnLst/>
            <a:rect l="l" t="t" r="r" b="b"/>
            <a:pathLst>
              <a:path w="932497" h="1047750">
                <a:moveTo>
                  <a:pt x="0" y="0"/>
                </a:moveTo>
                <a:lnTo>
                  <a:pt x="932498" y="0"/>
                </a:lnTo>
                <a:lnTo>
                  <a:pt x="93249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987904" y="7490554"/>
            <a:ext cx="760928" cy="1047750"/>
          </a:xfrm>
          <a:custGeom>
            <a:avLst/>
            <a:gdLst/>
            <a:ahLst/>
            <a:cxnLst/>
            <a:rect l="l" t="t" r="r" b="b"/>
            <a:pathLst>
              <a:path w="760928" h="1047750">
                <a:moveTo>
                  <a:pt x="0" y="0"/>
                </a:moveTo>
                <a:lnTo>
                  <a:pt x="760928" y="0"/>
                </a:lnTo>
                <a:lnTo>
                  <a:pt x="76092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589930" y="7490554"/>
            <a:ext cx="830342" cy="1047750"/>
          </a:xfrm>
          <a:custGeom>
            <a:avLst/>
            <a:gdLst/>
            <a:ahLst/>
            <a:cxnLst/>
            <a:rect l="l" t="t" r="r" b="b"/>
            <a:pathLst>
              <a:path w="830342" h="1047750">
                <a:moveTo>
                  <a:pt x="0" y="0"/>
                </a:moveTo>
                <a:lnTo>
                  <a:pt x="830342" y="0"/>
                </a:lnTo>
                <a:lnTo>
                  <a:pt x="830342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7848871" y="7490554"/>
            <a:ext cx="1054340" cy="1047750"/>
          </a:xfrm>
          <a:custGeom>
            <a:avLst/>
            <a:gdLst/>
            <a:ahLst/>
            <a:cxnLst/>
            <a:rect l="l" t="t" r="r" b="b"/>
            <a:pathLst>
              <a:path w="1054340" h="1047750">
                <a:moveTo>
                  <a:pt x="0" y="0"/>
                </a:moveTo>
                <a:lnTo>
                  <a:pt x="1054340" y="0"/>
                </a:lnTo>
                <a:lnTo>
                  <a:pt x="105434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3328391" y="6056103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370591" y="7490554"/>
            <a:ext cx="1011555" cy="1047750"/>
          </a:xfrm>
          <a:custGeom>
            <a:avLst/>
            <a:gdLst/>
            <a:ahLst/>
            <a:cxnLst/>
            <a:rect l="l" t="t" r="r" b="b"/>
            <a:pathLst>
              <a:path w="1011555" h="1047750">
                <a:moveTo>
                  <a:pt x="0" y="0"/>
                </a:moveTo>
                <a:lnTo>
                  <a:pt x="1011555" y="0"/>
                </a:lnTo>
                <a:lnTo>
                  <a:pt x="101155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3442672" y="6031196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1980972" y="4557048"/>
            <a:ext cx="1042075" cy="1047750"/>
          </a:xfrm>
          <a:custGeom>
            <a:avLst/>
            <a:gdLst/>
            <a:ahLst/>
            <a:cxnLst/>
            <a:rect l="l" t="t" r="r" b="b"/>
            <a:pathLst>
              <a:path w="1042075" h="1047750">
                <a:moveTo>
                  <a:pt x="0" y="0"/>
                </a:moveTo>
                <a:lnTo>
                  <a:pt x="1042075" y="0"/>
                </a:lnTo>
                <a:lnTo>
                  <a:pt x="104207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0678812" y="7490554"/>
            <a:ext cx="1012825" cy="1047750"/>
          </a:xfrm>
          <a:custGeom>
            <a:avLst/>
            <a:gdLst/>
            <a:ahLst/>
            <a:cxnLst/>
            <a:rect l="l" t="t" r="r" b="b"/>
            <a:pathLst>
              <a:path w="1012825" h="1047750">
                <a:moveTo>
                  <a:pt x="0" y="0"/>
                </a:moveTo>
                <a:lnTo>
                  <a:pt x="1012825" y="0"/>
                </a:lnTo>
                <a:lnTo>
                  <a:pt x="101282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1882264" y="6031196"/>
            <a:ext cx="1053496" cy="1047750"/>
          </a:xfrm>
          <a:custGeom>
            <a:avLst/>
            <a:gdLst/>
            <a:ahLst/>
            <a:cxnLst/>
            <a:rect l="l" t="t" r="r" b="b"/>
            <a:pathLst>
              <a:path w="1053496" h="1047750">
                <a:moveTo>
                  <a:pt x="0" y="0"/>
                </a:moveTo>
                <a:lnTo>
                  <a:pt x="1053496" y="0"/>
                </a:lnTo>
                <a:lnTo>
                  <a:pt x="105349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1980972" y="7490554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5131556" y="7505343"/>
            <a:ext cx="411678" cy="1047750"/>
          </a:xfrm>
          <a:custGeom>
            <a:avLst/>
            <a:gdLst/>
            <a:ahLst/>
            <a:cxnLst/>
            <a:rect l="l" t="t" r="r" b="b"/>
            <a:pathLst>
              <a:path w="411678" h="1047750">
                <a:moveTo>
                  <a:pt x="0" y="0"/>
                </a:moveTo>
                <a:lnTo>
                  <a:pt x="411678" y="0"/>
                </a:lnTo>
                <a:lnTo>
                  <a:pt x="41167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4769200" y="6031196"/>
            <a:ext cx="950833" cy="1047750"/>
          </a:xfrm>
          <a:custGeom>
            <a:avLst/>
            <a:gdLst/>
            <a:ahLst/>
            <a:cxnLst/>
            <a:rect l="l" t="t" r="r" b="b"/>
            <a:pathLst>
              <a:path w="950833" h="1047750">
                <a:moveTo>
                  <a:pt x="0" y="0"/>
                </a:moveTo>
                <a:lnTo>
                  <a:pt x="950833" y="0"/>
                </a:lnTo>
                <a:lnTo>
                  <a:pt x="950833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6165981" y="7507382"/>
            <a:ext cx="1078764" cy="1047750"/>
          </a:xfrm>
          <a:custGeom>
            <a:avLst/>
            <a:gdLst/>
            <a:ahLst/>
            <a:cxnLst/>
            <a:rect l="l" t="t" r="r" b="b"/>
            <a:pathLst>
              <a:path w="1078764" h="1047750">
                <a:moveTo>
                  <a:pt x="0" y="0"/>
                </a:moveTo>
                <a:lnTo>
                  <a:pt x="1078764" y="0"/>
                </a:lnTo>
                <a:lnTo>
                  <a:pt x="1078764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3606162" y="7507571"/>
            <a:ext cx="926884" cy="1047750"/>
          </a:xfrm>
          <a:custGeom>
            <a:avLst/>
            <a:gdLst/>
            <a:ahLst/>
            <a:cxnLst/>
            <a:rect l="l" t="t" r="r" b="b"/>
            <a:pathLst>
              <a:path w="926884" h="1047750">
                <a:moveTo>
                  <a:pt x="0" y="0"/>
                </a:moveTo>
                <a:lnTo>
                  <a:pt x="926884" y="0"/>
                </a:lnTo>
                <a:lnTo>
                  <a:pt x="926884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6099818" y="6056103"/>
            <a:ext cx="1159482" cy="1047750"/>
          </a:xfrm>
          <a:custGeom>
            <a:avLst/>
            <a:gdLst/>
            <a:ahLst/>
            <a:cxnLst/>
            <a:rect l="l" t="t" r="r" b="b"/>
            <a:pathLst>
              <a:path w="1159482" h="1047750">
                <a:moveTo>
                  <a:pt x="0" y="0"/>
                </a:moveTo>
                <a:lnTo>
                  <a:pt x="1159482" y="0"/>
                </a:lnTo>
                <a:lnTo>
                  <a:pt x="1159482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0791776" y="4557048"/>
            <a:ext cx="770096" cy="1047750"/>
          </a:xfrm>
          <a:custGeom>
            <a:avLst/>
            <a:gdLst/>
            <a:ahLst/>
            <a:cxnLst/>
            <a:rect l="l" t="t" r="r" b="b"/>
            <a:pathLst>
              <a:path w="770096" h="1047750">
                <a:moveTo>
                  <a:pt x="0" y="0"/>
                </a:moveTo>
                <a:lnTo>
                  <a:pt x="770096" y="0"/>
                </a:lnTo>
                <a:lnTo>
                  <a:pt x="77009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4760032" y="4557048"/>
            <a:ext cx="969169" cy="1047750"/>
          </a:xfrm>
          <a:custGeom>
            <a:avLst/>
            <a:gdLst/>
            <a:ahLst/>
            <a:cxnLst/>
            <a:rect l="l" t="t" r="r" b="b"/>
            <a:pathLst>
              <a:path w="969169" h="1047750">
                <a:moveTo>
                  <a:pt x="0" y="0"/>
                </a:moveTo>
                <a:lnTo>
                  <a:pt x="969169" y="0"/>
                </a:lnTo>
                <a:lnTo>
                  <a:pt x="969169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0525884" y="6031196"/>
            <a:ext cx="1080155" cy="1047750"/>
          </a:xfrm>
          <a:custGeom>
            <a:avLst/>
            <a:gdLst/>
            <a:ahLst/>
            <a:cxnLst/>
            <a:rect l="l" t="t" r="r" b="b"/>
            <a:pathLst>
              <a:path w="1080155" h="1047750">
                <a:moveTo>
                  <a:pt x="0" y="0"/>
                </a:moveTo>
                <a:lnTo>
                  <a:pt x="1080155" y="0"/>
                </a:lnTo>
                <a:lnTo>
                  <a:pt x="108015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3351462" y="4557048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6163890" y="4529011"/>
            <a:ext cx="1082946" cy="1047750"/>
          </a:xfrm>
          <a:custGeom>
            <a:avLst/>
            <a:gdLst/>
            <a:ahLst/>
            <a:cxnLst/>
            <a:rect l="l" t="t" r="r" b="b"/>
            <a:pathLst>
              <a:path w="1082946" h="1047750">
                <a:moveTo>
                  <a:pt x="0" y="0"/>
                </a:moveTo>
                <a:lnTo>
                  <a:pt x="1082946" y="0"/>
                </a:lnTo>
                <a:lnTo>
                  <a:pt x="108294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1892091" y="1704188"/>
            <a:ext cx="14539901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59"/>
              </a:lnSpc>
              <a:spcBef>
                <a:spcPct val="0"/>
              </a:spcBef>
            </a:pPr>
            <a:r>
              <a:rPr lang="en-US" sz="5999" b="1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Clinical Res</a:t>
            </a:r>
            <a:r>
              <a:rPr lang="en-US" sz="5999" b="1" u="none" strike="noStrike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earch &amp; Writing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840159" y="3535515"/>
            <a:ext cx="10650263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 Light Background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8783095" y="3071646"/>
            <a:ext cx="721810" cy="181928"/>
            <a:chOff x="0" y="0"/>
            <a:chExt cx="962414" cy="24257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2570" cy="242570"/>
              <a:chOff x="0" y="0"/>
              <a:chExt cx="130677" cy="13067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56870" y="0"/>
              <a:ext cx="242570" cy="242570"/>
              <a:chOff x="0" y="0"/>
              <a:chExt cx="130677" cy="13067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19844" y="0"/>
              <a:ext cx="242570" cy="242570"/>
              <a:chOff x="0" y="0"/>
              <a:chExt cx="130677" cy="13067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589930" y="4539634"/>
            <a:ext cx="16669370" cy="3998670"/>
            <a:chOff x="0" y="0"/>
            <a:chExt cx="1747114" cy="419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47114" cy="419100"/>
            </a:xfrm>
            <a:custGeom>
              <a:avLst/>
              <a:gdLst/>
              <a:ahLst/>
              <a:cxnLst/>
              <a:rect l="l" t="t" r="r" b="b"/>
              <a:pathLst>
                <a:path w="1747114" h="419100">
                  <a:moveTo>
                    <a:pt x="9071" y="0"/>
                  </a:moveTo>
                  <a:lnTo>
                    <a:pt x="1738043" y="0"/>
                  </a:lnTo>
                  <a:cubicBezTo>
                    <a:pt x="1740449" y="0"/>
                    <a:pt x="1742756" y="956"/>
                    <a:pt x="1744457" y="2657"/>
                  </a:cubicBezTo>
                  <a:cubicBezTo>
                    <a:pt x="1746159" y="4358"/>
                    <a:pt x="1747114" y="6665"/>
                    <a:pt x="1747114" y="9071"/>
                  </a:cubicBezTo>
                  <a:lnTo>
                    <a:pt x="1747114" y="410029"/>
                  </a:lnTo>
                  <a:cubicBezTo>
                    <a:pt x="1747114" y="412435"/>
                    <a:pt x="1746159" y="414742"/>
                    <a:pt x="1744457" y="416443"/>
                  </a:cubicBezTo>
                  <a:cubicBezTo>
                    <a:pt x="1742756" y="418144"/>
                    <a:pt x="1740449" y="419100"/>
                    <a:pt x="1738043" y="419100"/>
                  </a:cubicBezTo>
                  <a:lnTo>
                    <a:pt x="9071" y="419100"/>
                  </a:lnTo>
                  <a:cubicBezTo>
                    <a:pt x="6665" y="419100"/>
                    <a:pt x="4358" y="418144"/>
                    <a:pt x="2657" y="416443"/>
                  </a:cubicBezTo>
                  <a:cubicBezTo>
                    <a:pt x="956" y="414742"/>
                    <a:pt x="0" y="412435"/>
                    <a:pt x="0" y="410029"/>
                  </a:cubicBezTo>
                  <a:lnTo>
                    <a:pt x="0" y="9071"/>
                  </a:lnTo>
                  <a:cubicBezTo>
                    <a:pt x="0" y="6665"/>
                    <a:pt x="956" y="4358"/>
                    <a:pt x="2657" y="2657"/>
                  </a:cubicBezTo>
                  <a:cubicBezTo>
                    <a:pt x="4358" y="956"/>
                    <a:pt x="6665" y="0"/>
                    <a:pt x="90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2191">
                    <a:alpha val="100000"/>
                  </a:srgbClr>
                </a:gs>
                <a:gs pos="100000">
                  <a:srgbClr val="4C005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747114" cy="485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8125930" y="6127580"/>
            <a:ext cx="875316" cy="897760"/>
          </a:xfrm>
          <a:custGeom>
            <a:avLst/>
            <a:gdLst/>
            <a:ahLst/>
            <a:cxnLst/>
            <a:rect l="l" t="t" r="r" b="b"/>
            <a:pathLst>
              <a:path w="875316" h="897760">
                <a:moveTo>
                  <a:pt x="0" y="0"/>
                </a:moveTo>
                <a:lnTo>
                  <a:pt x="875317" y="0"/>
                </a:lnTo>
                <a:lnTo>
                  <a:pt x="875317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295224" y="7392606"/>
            <a:ext cx="897760" cy="897760"/>
          </a:xfrm>
          <a:custGeom>
            <a:avLst/>
            <a:gdLst/>
            <a:ahLst/>
            <a:cxnLst/>
            <a:rect l="l" t="t" r="r" b="b"/>
            <a:pathLst>
              <a:path w="897760" h="897760">
                <a:moveTo>
                  <a:pt x="0" y="0"/>
                </a:moveTo>
                <a:lnTo>
                  <a:pt x="897760" y="0"/>
                </a:lnTo>
                <a:lnTo>
                  <a:pt x="897760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906838" y="6148921"/>
            <a:ext cx="738408" cy="897760"/>
          </a:xfrm>
          <a:custGeom>
            <a:avLst/>
            <a:gdLst/>
            <a:ahLst/>
            <a:cxnLst/>
            <a:rect l="l" t="t" r="r" b="b"/>
            <a:pathLst>
              <a:path w="738408" h="897760">
                <a:moveTo>
                  <a:pt x="0" y="0"/>
                </a:moveTo>
                <a:lnTo>
                  <a:pt x="738408" y="0"/>
                </a:lnTo>
                <a:lnTo>
                  <a:pt x="738408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665526" y="6145427"/>
            <a:ext cx="737286" cy="897760"/>
          </a:xfrm>
          <a:custGeom>
            <a:avLst/>
            <a:gdLst/>
            <a:ahLst/>
            <a:cxnLst/>
            <a:rect l="l" t="t" r="r" b="b"/>
            <a:pathLst>
              <a:path w="737286" h="897760">
                <a:moveTo>
                  <a:pt x="0" y="0"/>
                </a:moveTo>
                <a:lnTo>
                  <a:pt x="737286" y="0"/>
                </a:lnTo>
                <a:lnTo>
                  <a:pt x="737286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905546" y="6145427"/>
            <a:ext cx="574567" cy="897760"/>
          </a:xfrm>
          <a:custGeom>
            <a:avLst/>
            <a:gdLst/>
            <a:ahLst/>
            <a:cxnLst/>
            <a:rect l="l" t="t" r="r" b="b"/>
            <a:pathLst>
              <a:path w="574567" h="897760">
                <a:moveTo>
                  <a:pt x="0" y="0"/>
                </a:moveTo>
                <a:lnTo>
                  <a:pt x="574566" y="0"/>
                </a:lnTo>
                <a:lnTo>
                  <a:pt x="574566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5625127" y="7378025"/>
            <a:ext cx="818084" cy="897760"/>
          </a:xfrm>
          <a:custGeom>
            <a:avLst/>
            <a:gdLst/>
            <a:ahLst/>
            <a:cxnLst/>
            <a:rect l="l" t="t" r="r" b="b"/>
            <a:pathLst>
              <a:path w="818084" h="897760">
                <a:moveTo>
                  <a:pt x="0" y="0"/>
                </a:moveTo>
                <a:lnTo>
                  <a:pt x="818084" y="0"/>
                </a:lnTo>
                <a:lnTo>
                  <a:pt x="818084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172852" y="4840439"/>
            <a:ext cx="897760" cy="897760"/>
          </a:xfrm>
          <a:custGeom>
            <a:avLst/>
            <a:gdLst/>
            <a:ahLst/>
            <a:cxnLst/>
            <a:rect l="l" t="t" r="r" b="b"/>
            <a:pathLst>
              <a:path w="897760" h="897760">
                <a:moveTo>
                  <a:pt x="0" y="0"/>
                </a:moveTo>
                <a:lnTo>
                  <a:pt x="897761" y="0"/>
                </a:lnTo>
                <a:lnTo>
                  <a:pt x="897761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089939" y="4840439"/>
            <a:ext cx="1026012" cy="897760"/>
          </a:xfrm>
          <a:custGeom>
            <a:avLst/>
            <a:gdLst/>
            <a:ahLst/>
            <a:cxnLst/>
            <a:rect l="l" t="t" r="r" b="b"/>
            <a:pathLst>
              <a:path w="1026012" h="897760">
                <a:moveTo>
                  <a:pt x="0" y="0"/>
                </a:moveTo>
                <a:lnTo>
                  <a:pt x="1026012" y="0"/>
                </a:lnTo>
                <a:lnTo>
                  <a:pt x="1026012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45227" y="4840439"/>
            <a:ext cx="925526" cy="897760"/>
          </a:xfrm>
          <a:custGeom>
            <a:avLst/>
            <a:gdLst/>
            <a:ahLst/>
            <a:cxnLst/>
            <a:rect l="l" t="t" r="r" b="b"/>
            <a:pathLst>
              <a:path w="925526" h="897760">
                <a:moveTo>
                  <a:pt x="0" y="0"/>
                </a:moveTo>
                <a:lnTo>
                  <a:pt x="925526" y="0"/>
                </a:lnTo>
                <a:lnTo>
                  <a:pt x="925526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892091" y="4840439"/>
            <a:ext cx="897760" cy="897760"/>
          </a:xfrm>
          <a:custGeom>
            <a:avLst/>
            <a:gdLst/>
            <a:ahLst/>
            <a:cxnLst/>
            <a:rect l="l" t="t" r="r" b="b"/>
            <a:pathLst>
              <a:path w="897760" h="897760">
                <a:moveTo>
                  <a:pt x="0" y="0"/>
                </a:moveTo>
                <a:lnTo>
                  <a:pt x="897760" y="0"/>
                </a:lnTo>
                <a:lnTo>
                  <a:pt x="897760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5617659" y="4864463"/>
            <a:ext cx="1034882" cy="897760"/>
          </a:xfrm>
          <a:custGeom>
            <a:avLst/>
            <a:gdLst/>
            <a:ahLst/>
            <a:cxnLst/>
            <a:rect l="l" t="t" r="r" b="b"/>
            <a:pathLst>
              <a:path w="1034882" h="897760">
                <a:moveTo>
                  <a:pt x="0" y="0"/>
                </a:moveTo>
                <a:lnTo>
                  <a:pt x="1034882" y="0"/>
                </a:lnTo>
                <a:lnTo>
                  <a:pt x="1034882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9380748" y="4918081"/>
            <a:ext cx="788748" cy="897760"/>
          </a:xfrm>
          <a:custGeom>
            <a:avLst/>
            <a:gdLst/>
            <a:ahLst/>
            <a:cxnLst/>
            <a:rect l="l" t="t" r="r" b="b"/>
            <a:pathLst>
              <a:path w="788748" h="897760">
                <a:moveTo>
                  <a:pt x="0" y="0"/>
                </a:moveTo>
                <a:lnTo>
                  <a:pt x="788748" y="0"/>
                </a:lnTo>
                <a:lnTo>
                  <a:pt x="788748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4417925" y="4840439"/>
            <a:ext cx="897760" cy="897760"/>
          </a:xfrm>
          <a:custGeom>
            <a:avLst/>
            <a:gdLst/>
            <a:ahLst/>
            <a:cxnLst/>
            <a:rect l="l" t="t" r="r" b="b"/>
            <a:pathLst>
              <a:path w="897760" h="897760">
                <a:moveTo>
                  <a:pt x="0" y="0"/>
                </a:moveTo>
                <a:lnTo>
                  <a:pt x="897760" y="0"/>
                </a:lnTo>
                <a:lnTo>
                  <a:pt x="897760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9326242" y="6105005"/>
            <a:ext cx="897760" cy="897760"/>
          </a:xfrm>
          <a:custGeom>
            <a:avLst/>
            <a:gdLst/>
            <a:ahLst/>
            <a:cxnLst/>
            <a:rect l="l" t="t" r="r" b="b"/>
            <a:pathLst>
              <a:path w="897760" h="897760">
                <a:moveTo>
                  <a:pt x="0" y="0"/>
                </a:moveTo>
                <a:lnTo>
                  <a:pt x="897760" y="0"/>
                </a:lnTo>
                <a:lnTo>
                  <a:pt x="897760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4261822" y="7378025"/>
            <a:ext cx="830428" cy="897760"/>
          </a:xfrm>
          <a:custGeom>
            <a:avLst/>
            <a:gdLst/>
            <a:ahLst/>
            <a:cxnLst/>
            <a:rect l="l" t="t" r="r" b="b"/>
            <a:pathLst>
              <a:path w="830428" h="897760">
                <a:moveTo>
                  <a:pt x="0" y="0"/>
                </a:moveTo>
                <a:lnTo>
                  <a:pt x="830429" y="0"/>
                </a:lnTo>
                <a:lnTo>
                  <a:pt x="830429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3038713" y="6145427"/>
            <a:ext cx="799007" cy="897760"/>
          </a:xfrm>
          <a:custGeom>
            <a:avLst/>
            <a:gdLst/>
            <a:ahLst/>
            <a:cxnLst/>
            <a:rect l="l" t="t" r="r" b="b"/>
            <a:pathLst>
              <a:path w="799007" h="897760">
                <a:moveTo>
                  <a:pt x="0" y="0"/>
                </a:moveTo>
                <a:lnTo>
                  <a:pt x="799007" y="0"/>
                </a:lnTo>
                <a:lnTo>
                  <a:pt x="799007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3089939" y="7378025"/>
            <a:ext cx="651998" cy="897760"/>
          </a:xfrm>
          <a:custGeom>
            <a:avLst/>
            <a:gdLst/>
            <a:ahLst/>
            <a:cxnLst/>
            <a:rect l="l" t="t" r="r" b="b"/>
            <a:pathLst>
              <a:path w="651998" h="897760">
                <a:moveTo>
                  <a:pt x="0" y="0"/>
                </a:moveTo>
                <a:lnTo>
                  <a:pt x="651998" y="0"/>
                </a:lnTo>
                <a:lnTo>
                  <a:pt x="651998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892091" y="7378025"/>
            <a:ext cx="711475" cy="897760"/>
          </a:xfrm>
          <a:custGeom>
            <a:avLst/>
            <a:gdLst/>
            <a:ahLst/>
            <a:cxnLst/>
            <a:rect l="l" t="t" r="r" b="b"/>
            <a:pathLst>
              <a:path w="711475" h="897760">
                <a:moveTo>
                  <a:pt x="0" y="0"/>
                </a:moveTo>
                <a:lnTo>
                  <a:pt x="711475" y="0"/>
                </a:lnTo>
                <a:lnTo>
                  <a:pt x="711475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8111885" y="7378025"/>
            <a:ext cx="903407" cy="897760"/>
          </a:xfrm>
          <a:custGeom>
            <a:avLst/>
            <a:gdLst/>
            <a:ahLst/>
            <a:cxnLst/>
            <a:rect l="l" t="t" r="r" b="b"/>
            <a:pathLst>
              <a:path w="903407" h="897760">
                <a:moveTo>
                  <a:pt x="0" y="0"/>
                </a:moveTo>
                <a:lnTo>
                  <a:pt x="903407" y="0"/>
                </a:lnTo>
                <a:lnTo>
                  <a:pt x="903407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4238530" y="6148921"/>
            <a:ext cx="897760" cy="897760"/>
          </a:xfrm>
          <a:custGeom>
            <a:avLst/>
            <a:gdLst/>
            <a:ahLst/>
            <a:cxnLst/>
            <a:rect l="l" t="t" r="r" b="b"/>
            <a:pathLst>
              <a:path w="897760" h="897760">
                <a:moveTo>
                  <a:pt x="0" y="0"/>
                </a:moveTo>
                <a:lnTo>
                  <a:pt x="897760" y="0"/>
                </a:lnTo>
                <a:lnTo>
                  <a:pt x="897760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6845227" y="7378025"/>
            <a:ext cx="866747" cy="897760"/>
          </a:xfrm>
          <a:custGeom>
            <a:avLst/>
            <a:gdLst/>
            <a:ahLst/>
            <a:cxnLst/>
            <a:rect l="l" t="t" r="r" b="b"/>
            <a:pathLst>
              <a:path w="866747" h="897760">
                <a:moveTo>
                  <a:pt x="0" y="0"/>
                </a:moveTo>
                <a:lnTo>
                  <a:pt x="866747" y="0"/>
                </a:lnTo>
                <a:lnTo>
                  <a:pt x="866747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2904911" y="6127580"/>
            <a:ext cx="897760" cy="897760"/>
          </a:xfrm>
          <a:custGeom>
            <a:avLst/>
            <a:gdLst/>
            <a:ahLst/>
            <a:cxnLst/>
            <a:rect l="l" t="t" r="r" b="b"/>
            <a:pathLst>
              <a:path w="897760" h="897760">
                <a:moveTo>
                  <a:pt x="0" y="0"/>
                </a:moveTo>
                <a:lnTo>
                  <a:pt x="897761" y="0"/>
                </a:lnTo>
                <a:lnTo>
                  <a:pt x="897761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1652460" y="4864463"/>
            <a:ext cx="892898" cy="897760"/>
          </a:xfrm>
          <a:custGeom>
            <a:avLst/>
            <a:gdLst/>
            <a:ahLst/>
            <a:cxnLst/>
            <a:rect l="l" t="t" r="r" b="b"/>
            <a:pathLst>
              <a:path w="892898" h="897760">
                <a:moveTo>
                  <a:pt x="0" y="0"/>
                </a:moveTo>
                <a:lnTo>
                  <a:pt x="892897" y="0"/>
                </a:lnTo>
                <a:lnTo>
                  <a:pt x="892897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0536709" y="7378025"/>
            <a:ext cx="867835" cy="897760"/>
          </a:xfrm>
          <a:custGeom>
            <a:avLst/>
            <a:gdLst/>
            <a:ahLst/>
            <a:cxnLst/>
            <a:rect l="l" t="t" r="r" b="b"/>
            <a:pathLst>
              <a:path w="867835" h="897760">
                <a:moveTo>
                  <a:pt x="0" y="0"/>
                </a:moveTo>
                <a:lnTo>
                  <a:pt x="867835" y="0"/>
                </a:lnTo>
                <a:lnTo>
                  <a:pt x="867835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1567882" y="6127580"/>
            <a:ext cx="902684" cy="897760"/>
          </a:xfrm>
          <a:custGeom>
            <a:avLst/>
            <a:gdLst/>
            <a:ahLst/>
            <a:cxnLst/>
            <a:rect l="l" t="t" r="r" b="b"/>
            <a:pathLst>
              <a:path w="902684" h="897760">
                <a:moveTo>
                  <a:pt x="0" y="0"/>
                </a:moveTo>
                <a:lnTo>
                  <a:pt x="902684" y="0"/>
                </a:lnTo>
                <a:lnTo>
                  <a:pt x="902684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1652460" y="7378025"/>
            <a:ext cx="897760" cy="897760"/>
          </a:xfrm>
          <a:custGeom>
            <a:avLst/>
            <a:gdLst/>
            <a:ahLst/>
            <a:cxnLst/>
            <a:rect l="l" t="t" r="r" b="b"/>
            <a:pathLst>
              <a:path w="897760" h="897760">
                <a:moveTo>
                  <a:pt x="0" y="0"/>
                </a:moveTo>
                <a:lnTo>
                  <a:pt x="897760" y="0"/>
                </a:lnTo>
                <a:lnTo>
                  <a:pt x="897760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4352024" y="7390697"/>
            <a:ext cx="352745" cy="897760"/>
          </a:xfrm>
          <a:custGeom>
            <a:avLst/>
            <a:gdLst/>
            <a:ahLst/>
            <a:cxnLst/>
            <a:rect l="l" t="t" r="r" b="b"/>
            <a:pathLst>
              <a:path w="352745" h="897760">
                <a:moveTo>
                  <a:pt x="0" y="0"/>
                </a:moveTo>
                <a:lnTo>
                  <a:pt x="352746" y="0"/>
                </a:lnTo>
                <a:lnTo>
                  <a:pt x="352746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4041541" y="6127580"/>
            <a:ext cx="814718" cy="897760"/>
          </a:xfrm>
          <a:custGeom>
            <a:avLst/>
            <a:gdLst/>
            <a:ahLst/>
            <a:cxnLst/>
            <a:rect l="l" t="t" r="r" b="b"/>
            <a:pathLst>
              <a:path w="814718" h="897760">
                <a:moveTo>
                  <a:pt x="0" y="0"/>
                </a:moveTo>
                <a:lnTo>
                  <a:pt x="814718" y="0"/>
                </a:lnTo>
                <a:lnTo>
                  <a:pt x="814718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5238367" y="7392444"/>
            <a:ext cx="924335" cy="897760"/>
          </a:xfrm>
          <a:custGeom>
            <a:avLst/>
            <a:gdLst/>
            <a:ahLst/>
            <a:cxnLst/>
            <a:rect l="l" t="t" r="r" b="b"/>
            <a:pathLst>
              <a:path w="924335" h="897760">
                <a:moveTo>
                  <a:pt x="0" y="0"/>
                </a:moveTo>
                <a:lnTo>
                  <a:pt x="924335" y="0"/>
                </a:lnTo>
                <a:lnTo>
                  <a:pt x="924335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3044997" y="7392606"/>
            <a:ext cx="794196" cy="897760"/>
          </a:xfrm>
          <a:custGeom>
            <a:avLst/>
            <a:gdLst/>
            <a:ahLst/>
            <a:cxnLst/>
            <a:rect l="l" t="t" r="r" b="b"/>
            <a:pathLst>
              <a:path w="794196" h="897760">
                <a:moveTo>
                  <a:pt x="0" y="0"/>
                </a:moveTo>
                <a:lnTo>
                  <a:pt x="794197" y="0"/>
                </a:lnTo>
                <a:lnTo>
                  <a:pt x="794197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5181676" y="6148921"/>
            <a:ext cx="993497" cy="897760"/>
          </a:xfrm>
          <a:custGeom>
            <a:avLst/>
            <a:gdLst/>
            <a:ahLst/>
            <a:cxnLst/>
            <a:rect l="l" t="t" r="r" b="b"/>
            <a:pathLst>
              <a:path w="993497" h="897760">
                <a:moveTo>
                  <a:pt x="0" y="0"/>
                </a:moveTo>
                <a:lnTo>
                  <a:pt x="993497" y="0"/>
                </a:lnTo>
                <a:lnTo>
                  <a:pt x="993497" y="897761"/>
                </a:lnTo>
                <a:lnTo>
                  <a:pt x="0" y="897761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0633502" y="4864463"/>
            <a:ext cx="659854" cy="897760"/>
          </a:xfrm>
          <a:custGeom>
            <a:avLst/>
            <a:gdLst/>
            <a:ahLst/>
            <a:cxnLst/>
            <a:rect l="l" t="t" r="r" b="b"/>
            <a:pathLst>
              <a:path w="659854" h="897760">
                <a:moveTo>
                  <a:pt x="0" y="0"/>
                </a:moveTo>
                <a:lnTo>
                  <a:pt x="659853" y="0"/>
                </a:lnTo>
                <a:lnTo>
                  <a:pt x="659853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4033686" y="4864463"/>
            <a:ext cx="830428" cy="897760"/>
          </a:xfrm>
          <a:custGeom>
            <a:avLst/>
            <a:gdLst/>
            <a:ahLst/>
            <a:cxnLst/>
            <a:rect l="l" t="t" r="r" b="b"/>
            <a:pathLst>
              <a:path w="830428" h="897760">
                <a:moveTo>
                  <a:pt x="0" y="0"/>
                </a:moveTo>
                <a:lnTo>
                  <a:pt x="830428" y="0"/>
                </a:lnTo>
                <a:lnTo>
                  <a:pt x="830428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0405673" y="6127580"/>
            <a:ext cx="925526" cy="897760"/>
          </a:xfrm>
          <a:custGeom>
            <a:avLst/>
            <a:gdLst/>
            <a:ahLst/>
            <a:cxnLst/>
            <a:rect l="l" t="t" r="r" b="b"/>
            <a:pathLst>
              <a:path w="925526" h="897760">
                <a:moveTo>
                  <a:pt x="0" y="0"/>
                </a:moveTo>
                <a:lnTo>
                  <a:pt x="925526" y="0"/>
                </a:lnTo>
                <a:lnTo>
                  <a:pt x="925526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2826758" y="4864463"/>
            <a:ext cx="897760" cy="897760"/>
          </a:xfrm>
          <a:custGeom>
            <a:avLst/>
            <a:gdLst/>
            <a:ahLst/>
            <a:cxnLst/>
            <a:rect l="l" t="t" r="r" b="b"/>
            <a:pathLst>
              <a:path w="897760" h="897760">
                <a:moveTo>
                  <a:pt x="0" y="0"/>
                </a:moveTo>
                <a:lnTo>
                  <a:pt x="897761" y="0"/>
                </a:lnTo>
                <a:lnTo>
                  <a:pt x="897761" y="897760"/>
                </a:lnTo>
                <a:lnTo>
                  <a:pt x="0" y="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5264164" y="4918081"/>
            <a:ext cx="847667" cy="820118"/>
          </a:xfrm>
          <a:custGeom>
            <a:avLst/>
            <a:gdLst/>
            <a:ahLst/>
            <a:cxnLst/>
            <a:rect l="l" t="t" r="r" b="b"/>
            <a:pathLst>
              <a:path w="847667" h="820118">
                <a:moveTo>
                  <a:pt x="0" y="0"/>
                </a:moveTo>
                <a:lnTo>
                  <a:pt x="847667" y="0"/>
                </a:lnTo>
                <a:lnTo>
                  <a:pt x="847667" y="820118"/>
                </a:lnTo>
                <a:lnTo>
                  <a:pt x="0" y="820118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1892091" y="1704188"/>
            <a:ext cx="14539901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59"/>
              </a:lnSpc>
              <a:spcBef>
                <a:spcPct val="0"/>
              </a:spcBef>
            </a:pPr>
            <a:r>
              <a:rPr lang="en-US" sz="5999" b="1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Clinical Res</a:t>
            </a:r>
            <a:r>
              <a:rPr lang="en-US" sz="5999" b="1" u="none" strike="noStrike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earch &amp; Writing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840159" y="3535515"/>
            <a:ext cx="10650263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 Dark Background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8783095" y="3071646"/>
            <a:ext cx="721810" cy="181928"/>
            <a:chOff x="0" y="0"/>
            <a:chExt cx="962414" cy="24257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2570" cy="242570"/>
              <a:chOff x="0" y="0"/>
              <a:chExt cx="130677" cy="13067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56870" y="0"/>
              <a:ext cx="242570" cy="242570"/>
              <a:chOff x="0" y="0"/>
              <a:chExt cx="130677" cy="13067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19844" y="0"/>
              <a:ext cx="242570" cy="242570"/>
              <a:chOff x="0" y="0"/>
              <a:chExt cx="130677" cy="13067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9986688" y="4588368"/>
            <a:ext cx="597217" cy="1047750"/>
          </a:xfrm>
          <a:custGeom>
            <a:avLst/>
            <a:gdLst/>
            <a:ahLst/>
            <a:cxnLst/>
            <a:rect l="l" t="t" r="r" b="b"/>
            <a:pathLst>
              <a:path w="597217" h="1047750">
                <a:moveTo>
                  <a:pt x="0" y="0"/>
                </a:moveTo>
                <a:lnTo>
                  <a:pt x="597218" y="0"/>
                </a:lnTo>
                <a:lnTo>
                  <a:pt x="59721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795649" y="4543681"/>
            <a:ext cx="1439331" cy="1331382"/>
          </a:xfrm>
          <a:custGeom>
            <a:avLst/>
            <a:gdLst/>
            <a:ahLst/>
            <a:cxnLst/>
            <a:rect l="l" t="t" r="r" b="b"/>
            <a:pathLst>
              <a:path w="1439331" h="1331382">
                <a:moveTo>
                  <a:pt x="0" y="0"/>
                </a:moveTo>
                <a:lnTo>
                  <a:pt x="1439331" y="0"/>
                </a:lnTo>
                <a:lnTo>
                  <a:pt x="1439331" y="1331382"/>
                </a:lnTo>
                <a:lnTo>
                  <a:pt x="0" y="1331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827952" y="4550268"/>
            <a:ext cx="2160309" cy="1047750"/>
          </a:xfrm>
          <a:custGeom>
            <a:avLst/>
            <a:gdLst/>
            <a:ahLst/>
            <a:cxnLst/>
            <a:rect l="l" t="t" r="r" b="b"/>
            <a:pathLst>
              <a:path w="2160309" h="1047750">
                <a:moveTo>
                  <a:pt x="0" y="0"/>
                </a:moveTo>
                <a:lnTo>
                  <a:pt x="2160309" y="0"/>
                </a:lnTo>
                <a:lnTo>
                  <a:pt x="2160309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469731" y="4543681"/>
            <a:ext cx="3975729" cy="1157931"/>
          </a:xfrm>
          <a:custGeom>
            <a:avLst/>
            <a:gdLst/>
            <a:ahLst/>
            <a:cxnLst/>
            <a:rect l="l" t="t" r="r" b="b"/>
            <a:pathLst>
              <a:path w="3975729" h="1157931">
                <a:moveTo>
                  <a:pt x="0" y="0"/>
                </a:moveTo>
                <a:lnTo>
                  <a:pt x="3975729" y="0"/>
                </a:lnTo>
                <a:lnTo>
                  <a:pt x="3975729" y="1157931"/>
                </a:lnTo>
                <a:lnTo>
                  <a:pt x="0" y="11579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481848" y="4543681"/>
            <a:ext cx="1460279" cy="1047750"/>
          </a:xfrm>
          <a:custGeom>
            <a:avLst/>
            <a:gdLst/>
            <a:ahLst/>
            <a:cxnLst/>
            <a:rect l="l" t="t" r="r" b="b"/>
            <a:pathLst>
              <a:path w="1460279" h="1047750">
                <a:moveTo>
                  <a:pt x="0" y="0"/>
                </a:moveTo>
                <a:lnTo>
                  <a:pt x="1460279" y="0"/>
                </a:lnTo>
                <a:lnTo>
                  <a:pt x="1460279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589930" y="4543681"/>
            <a:ext cx="1425510" cy="1047750"/>
          </a:xfrm>
          <a:custGeom>
            <a:avLst/>
            <a:gdLst/>
            <a:ahLst/>
            <a:cxnLst/>
            <a:rect l="l" t="t" r="r" b="b"/>
            <a:pathLst>
              <a:path w="1425510" h="1047750">
                <a:moveTo>
                  <a:pt x="0" y="0"/>
                </a:moveTo>
                <a:lnTo>
                  <a:pt x="1425511" y="0"/>
                </a:lnTo>
                <a:lnTo>
                  <a:pt x="1425511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2899269" y="4543681"/>
            <a:ext cx="696754" cy="1047750"/>
          </a:xfrm>
          <a:custGeom>
            <a:avLst/>
            <a:gdLst/>
            <a:ahLst/>
            <a:cxnLst/>
            <a:rect l="l" t="t" r="r" b="b"/>
            <a:pathLst>
              <a:path w="696754" h="1047750">
                <a:moveTo>
                  <a:pt x="0" y="0"/>
                </a:moveTo>
                <a:lnTo>
                  <a:pt x="696754" y="0"/>
                </a:lnTo>
                <a:lnTo>
                  <a:pt x="696754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589930" y="7483689"/>
            <a:ext cx="1154545" cy="1047750"/>
          </a:xfrm>
          <a:custGeom>
            <a:avLst/>
            <a:gdLst/>
            <a:ahLst/>
            <a:cxnLst/>
            <a:rect l="l" t="t" r="r" b="b"/>
            <a:pathLst>
              <a:path w="1154545" h="1047750">
                <a:moveTo>
                  <a:pt x="0" y="0"/>
                </a:moveTo>
                <a:lnTo>
                  <a:pt x="1154546" y="0"/>
                </a:lnTo>
                <a:lnTo>
                  <a:pt x="115454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2173948" y="7490554"/>
            <a:ext cx="1073698" cy="1047750"/>
          </a:xfrm>
          <a:custGeom>
            <a:avLst/>
            <a:gdLst/>
            <a:ahLst/>
            <a:cxnLst/>
            <a:rect l="l" t="t" r="r" b="b"/>
            <a:pathLst>
              <a:path w="1073698" h="1047750">
                <a:moveTo>
                  <a:pt x="0" y="0"/>
                </a:moveTo>
                <a:lnTo>
                  <a:pt x="1073698" y="0"/>
                </a:lnTo>
                <a:lnTo>
                  <a:pt x="107369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5291201" y="7532413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107781" y="7493214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703685" y="7483689"/>
            <a:ext cx="897136" cy="1047750"/>
          </a:xfrm>
          <a:custGeom>
            <a:avLst/>
            <a:gdLst/>
            <a:ahLst/>
            <a:cxnLst/>
            <a:rect l="l" t="t" r="r" b="b"/>
            <a:pathLst>
              <a:path w="897136" h="1047750">
                <a:moveTo>
                  <a:pt x="0" y="0"/>
                </a:moveTo>
                <a:lnTo>
                  <a:pt x="897136" y="0"/>
                </a:lnTo>
                <a:lnTo>
                  <a:pt x="89713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029446" y="7483689"/>
            <a:ext cx="1043821" cy="1047750"/>
          </a:xfrm>
          <a:custGeom>
            <a:avLst/>
            <a:gdLst/>
            <a:ahLst/>
            <a:cxnLst/>
            <a:rect l="l" t="t" r="r" b="b"/>
            <a:pathLst>
              <a:path w="1043821" h="1047750">
                <a:moveTo>
                  <a:pt x="0" y="0"/>
                </a:moveTo>
                <a:lnTo>
                  <a:pt x="1043821" y="0"/>
                </a:lnTo>
                <a:lnTo>
                  <a:pt x="1043821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341583" y="6018448"/>
            <a:ext cx="822484" cy="1047750"/>
          </a:xfrm>
          <a:custGeom>
            <a:avLst/>
            <a:gdLst/>
            <a:ahLst/>
            <a:cxnLst/>
            <a:rect l="l" t="t" r="r" b="b"/>
            <a:pathLst>
              <a:path w="822484" h="1047750">
                <a:moveTo>
                  <a:pt x="0" y="0"/>
                </a:moveTo>
                <a:lnTo>
                  <a:pt x="822483" y="0"/>
                </a:lnTo>
                <a:lnTo>
                  <a:pt x="822483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589930" y="6013685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214005" y="6017118"/>
            <a:ext cx="958255" cy="1047750"/>
          </a:xfrm>
          <a:custGeom>
            <a:avLst/>
            <a:gdLst/>
            <a:ahLst/>
            <a:cxnLst/>
            <a:rect l="l" t="t" r="r" b="b"/>
            <a:pathLst>
              <a:path w="958255" h="1047750">
                <a:moveTo>
                  <a:pt x="0" y="0"/>
                </a:moveTo>
                <a:lnTo>
                  <a:pt x="958255" y="0"/>
                </a:lnTo>
                <a:lnTo>
                  <a:pt x="95825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2514286" y="6018448"/>
            <a:ext cx="1084347" cy="1047750"/>
          </a:xfrm>
          <a:custGeom>
            <a:avLst/>
            <a:gdLst/>
            <a:ahLst/>
            <a:cxnLst/>
            <a:rect l="l" t="t" r="r" b="b"/>
            <a:pathLst>
              <a:path w="1084347" h="1047750">
                <a:moveTo>
                  <a:pt x="0" y="0"/>
                </a:moveTo>
                <a:lnTo>
                  <a:pt x="1084347" y="0"/>
                </a:lnTo>
                <a:lnTo>
                  <a:pt x="1084347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3040838" y="7483689"/>
            <a:ext cx="818991" cy="1047750"/>
          </a:xfrm>
          <a:custGeom>
            <a:avLst/>
            <a:gdLst/>
            <a:ahLst/>
            <a:cxnLst/>
            <a:rect l="l" t="t" r="r" b="b"/>
            <a:pathLst>
              <a:path w="818991" h="1047750">
                <a:moveTo>
                  <a:pt x="0" y="0"/>
                </a:moveTo>
                <a:lnTo>
                  <a:pt x="818991" y="0"/>
                </a:lnTo>
                <a:lnTo>
                  <a:pt x="818991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0784273" y="6018448"/>
            <a:ext cx="1161478" cy="1047750"/>
          </a:xfrm>
          <a:custGeom>
            <a:avLst/>
            <a:gdLst/>
            <a:ahLst/>
            <a:cxnLst/>
            <a:rect l="l" t="t" r="r" b="b"/>
            <a:pathLst>
              <a:path w="1161478" h="1047750">
                <a:moveTo>
                  <a:pt x="0" y="0"/>
                </a:moveTo>
                <a:lnTo>
                  <a:pt x="1161478" y="0"/>
                </a:lnTo>
                <a:lnTo>
                  <a:pt x="116147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4579103" y="7490554"/>
            <a:ext cx="1216546" cy="1047750"/>
          </a:xfrm>
          <a:custGeom>
            <a:avLst/>
            <a:gdLst/>
            <a:ahLst/>
            <a:cxnLst/>
            <a:rect l="l" t="t" r="r" b="b"/>
            <a:pathLst>
              <a:path w="1216546" h="1047750">
                <a:moveTo>
                  <a:pt x="0" y="0"/>
                </a:moveTo>
                <a:lnTo>
                  <a:pt x="1216546" y="0"/>
                </a:lnTo>
                <a:lnTo>
                  <a:pt x="121654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3676271" y="7483689"/>
            <a:ext cx="1095686" cy="1047750"/>
          </a:xfrm>
          <a:custGeom>
            <a:avLst/>
            <a:gdLst/>
            <a:ahLst/>
            <a:cxnLst/>
            <a:rect l="l" t="t" r="r" b="b"/>
            <a:pathLst>
              <a:path w="1095686" h="1047750">
                <a:moveTo>
                  <a:pt x="0" y="0"/>
                </a:moveTo>
                <a:lnTo>
                  <a:pt x="1095686" y="0"/>
                </a:lnTo>
                <a:lnTo>
                  <a:pt x="109568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9549517" y="7493214"/>
            <a:ext cx="1082014" cy="1047750"/>
          </a:xfrm>
          <a:custGeom>
            <a:avLst/>
            <a:gdLst/>
            <a:ahLst/>
            <a:cxnLst/>
            <a:rect l="l" t="t" r="r" b="b"/>
            <a:pathLst>
              <a:path w="1082014" h="1047750">
                <a:moveTo>
                  <a:pt x="0" y="0"/>
                </a:moveTo>
                <a:lnTo>
                  <a:pt x="1082014" y="0"/>
                </a:lnTo>
                <a:lnTo>
                  <a:pt x="1082014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5750955" y="6013685"/>
            <a:ext cx="681038" cy="1047750"/>
          </a:xfrm>
          <a:custGeom>
            <a:avLst/>
            <a:gdLst/>
            <a:ahLst/>
            <a:cxnLst/>
            <a:rect l="l" t="t" r="r" b="b"/>
            <a:pathLst>
              <a:path w="681038" h="1047750">
                <a:moveTo>
                  <a:pt x="0" y="0"/>
                </a:moveTo>
                <a:lnTo>
                  <a:pt x="681037" y="0"/>
                </a:lnTo>
                <a:lnTo>
                  <a:pt x="681037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7281654" y="6017118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2173948" y="6017118"/>
            <a:ext cx="1145604" cy="1047750"/>
          </a:xfrm>
          <a:custGeom>
            <a:avLst/>
            <a:gdLst/>
            <a:ahLst/>
            <a:cxnLst/>
            <a:rect l="l" t="t" r="r" b="b"/>
            <a:pathLst>
              <a:path w="1145604" h="1047750">
                <a:moveTo>
                  <a:pt x="0" y="0"/>
                </a:moveTo>
                <a:lnTo>
                  <a:pt x="1145604" y="0"/>
                </a:lnTo>
                <a:lnTo>
                  <a:pt x="1145604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3829419" y="6013685"/>
            <a:ext cx="942538" cy="1047750"/>
          </a:xfrm>
          <a:custGeom>
            <a:avLst/>
            <a:gdLst/>
            <a:ahLst/>
            <a:cxnLst/>
            <a:rect l="l" t="t" r="r" b="b"/>
            <a:pathLst>
              <a:path w="942538" h="1047750">
                <a:moveTo>
                  <a:pt x="0" y="0"/>
                </a:moveTo>
                <a:lnTo>
                  <a:pt x="942538" y="0"/>
                </a:lnTo>
                <a:lnTo>
                  <a:pt x="94253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5514398" y="6013685"/>
            <a:ext cx="1233857" cy="1047750"/>
          </a:xfrm>
          <a:custGeom>
            <a:avLst/>
            <a:gdLst/>
            <a:ahLst/>
            <a:cxnLst/>
            <a:rect l="l" t="t" r="r" b="b"/>
            <a:pathLst>
              <a:path w="1233857" h="1047750">
                <a:moveTo>
                  <a:pt x="0" y="0"/>
                </a:moveTo>
                <a:lnTo>
                  <a:pt x="1233856" y="0"/>
                </a:lnTo>
                <a:lnTo>
                  <a:pt x="123385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6316762" y="7493214"/>
            <a:ext cx="942538" cy="1047750"/>
          </a:xfrm>
          <a:custGeom>
            <a:avLst/>
            <a:gdLst/>
            <a:ahLst/>
            <a:cxnLst/>
            <a:rect l="l" t="t" r="r" b="b"/>
            <a:pathLst>
              <a:path w="942538" h="1047750">
                <a:moveTo>
                  <a:pt x="0" y="0"/>
                </a:moveTo>
                <a:lnTo>
                  <a:pt x="942538" y="0"/>
                </a:lnTo>
                <a:lnTo>
                  <a:pt x="94253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892091" y="1704188"/>
            <a:ext cx="14539901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59"/>
              </a:lnSpc>
              <a:spcBef>
                <a:spcPct val="0"/>
              </a:spcBef>
            </a:pPr>
            <a:r>
              <a:rPr lang="en-US" sz="5999" b="1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On</a:t>
            </a:r>
            <a:r>
              <a:rPr lang="en-US" sz="5999" b="1" u="none" strike="noStrike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cology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840159" y="3535515"/>
            <a:ext cx="10650263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 Light Background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8783095" y="3071646"/>
            <a:ext cx="721810" cy="181928"/>
            <a:chOff x="0" y="0"/>
            <a:chExt cx="962414" cy="24257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2570" cy="242570"/>
              <a:chOff x="0" y="0"/>
              <a:chExt cx="130677" cy="13067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56870" y="0"/>
              <a:ext cx="242570" cy="242570"/>
              <a:chOff x="0" y="0"/>
              <a:chExt cx="130677" cy="13067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19844" y="0"/>
              <a:ext cx="242570" cy="242570"/>
              <a:chOff x="0" y="0"/>
              <a:chExt cx="130677" cy="13067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892091" y="1704188"/>
            <a:ext cx="14539901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59"/>
              </a:lnSpc>
              <a:spcBef>
                <a:spcPct val="0"/>
              </a:spcBef>
            </a:pPr>
            <a:r>
              <a:rPr lang="en-US" sz="5999" b="1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On</a:t>
            </a:r>
            <a:r>
              <a:rPr lang="en-US" sz="5999" b="1" u="none" strike="noStrike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cology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40159" y="3535515"/>
            <a:ext cx="10650263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 Dark Background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89930" y="4539634"/>
            <a:ext cx="16669370" cy="3998670"/>
            <a:chOff x="0" y="0"/>
            <a:chExt cx="1747114" cy="419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47114" cy="419100"/>
            </a:xfrm>
            <a:custGeom>
              <a:avLst/>
              <a:gdLst/>
              <a:ahLst/>
              <a:cxnLst/>
              <a:rect l="l" t="t" r="r" b="b"/>
              <a:pathLst>
                <a:path w="1747114" h="419100">
                  <a:moveTo>
                    <a:pt x="9071" y="0"/>
                  </a:moveTo>
                  <a:lnTo>
                    <a:pt x="1738043" y="0"/>
                  </a:lnTo>
                  <a:cubicBezTo>
                    <a:pt x="1740449" y="0"/>
                    <a:pt x="1742756" y="956"/>
                    <a:pt x="1744457" y="2657"/>
                  </a:cubicBezTo>
                  <a:cubicBezTo>
                    <a:pt x="1746159" y="4358"/>
                    <a:pt x="1747114" y="6665"/>
                    <a:pt x="1747114" y="9071"/>
                  </a:cubicBezTo>
                  <a:lnTo>
                    <a:pt x="1747114" y="410029"/>
                  </a:lnTo>
                  <a:cubicBezTo>
                    <a:pt x="1747114" y="412435"/>
                    <a:pt x="1746159" y="414742"/>
                    <a:pt x="1744457" y="416443"/>
                  </a:cubicBezTo>
                  <a:cubicBezTo>
                    <a:pt x="1742756" y="418144"/>
                    <a:pt x="1740449" y="419100"/>
                    <a:pt x="1738043" y="419100"/>
                  </a:cubicBezTo>
                  <a:lnTo>
                    <a:pt x="9071" y="419100"/>
                  </a:lnTo>
                  <a:cubicBezTo>
                    <a:pt x="6665" y="419100"/>
                    <a:pt x="4358" y="418144"/>
                    <a:pt x="2657" y="416443"/>
                  </a:cubicBezTo>
                  <a:cubicBezTo>
                    <a:pt x="956" y="414742"/>
                    <a:pt x="0" y="412435"/>
                    <a:pt x="0" y="410029"/>
                  </a:cubicBezTo>
                  <a:lnTo>
                    <a:pt x="0" y="9071"/>
                  </a:lnTo>
                  <a:cubicBezTo>
                    <a:pt x="0" y="6665"/>
                    <a:pt x="956" y="4358"/>
                    <a:pt x="2657" y="2657"/>
                  </a:cubicBezTo>
                  <a:cubicBezTo>
                    <a:pt x="4358" y="956"/>
                    <a:pt x="6665" y="0"/>
                    <a:pt x="90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2191">
                    <a:alpha val="100000"/>
                  </a:srgbClr>
                </a:gs>
                <a:gs pos="100000">
                  <a:srgbClr val="4C005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747114" cy="485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0029657" y="4893233"/>
            <a:ext cx="498016" cy="873713"/>
          </a:xfrm>
          <a:custGeom>
            <a:avLst/>
            <a:gdLst/>
            <a:ahLst/>
            <a:cxnLst/>
            <a:rect l="l" t="t" r="r" b="b"/>
            <a:pathLst>
              <a:path w="498016" h="873713">
                <a:moveTo>
                  <a:pt x="0" y="0"/>
                </a:moveTo>
                <a:lnTo>
                  <a:pt x="498016" y="0"/>
                </a:lnTo>
                <a:lnTo>
                  <a:pt x="498016" y="873713"/>
                </a:lnTo>
                <a:lnTo>
                  <a:pt x="0" y="873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4873716" y="4855970"/>
            <a:ext cx="1200250" cy="1110231"/>
          </a:xfrm>
          <a:custGeom>
            <a:avLst/>
            <a:gdLst/>
            <a:ahLst/>
            <a:cxnLst/>
            <a:rect l="l" t="t" r="r" b="b"/>
            <a:pathLst>
              <a:path w="1200250" h="1110231">
                <a:moveTo>
                  <a:pt x="0" y="0"/>
                </a:moveTo>
                <a:lnTo>
                  <a:pt x="1200250" y="0"/>
                </a:lnTo>
                <a:lnTo>
                  <a:pt x="1200250" y="1110231"/>
                </a:lnTo>
                <a:lnTo>
                  <a:pt x="0" y="1110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7395604" y="4861462"/>
            <a:ext cx="1801470" cy="873713"/>
          </a:xfrm>
          <a:custGeom>
            <a:avLst/>
            <a:gdLst/>
            <a:ahLst/>
            <a:cxnLst/>
            <a:rect l="l" t="t" r="r" b="b"/>
            <a:pathLst>
              <a:path w="1801470" h="873713">
                <a:moveTo>
                  <a:pt x="0" y="0"/>
                </a:moveTo>
                <a:lnTo>
                  <a:pt x="1801470" y="0"/>
                </a:lnTo>
                <a:lnTo>
                  <a:pt x="1801470" y="873713"/>
                </a:lnTo>
                <a:lnTo>
                  <a:pt x="0" y="8737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1266358" y="4855970"/>
            <a:ext cx="3315337" cy="965592"/>
          </a:xfrm>
          <a:custGeom>
            <a:avLst/>
            <a:gdLst/>
            <a:ahLst/>
            <a:cxnLst/>
            <a:rect l="l" t="t" r="r" b="b"/>
            <a:pathLst>
              <a:path w="3315337" h="965592">
                <a:moveTo>
                  <a:pt x="0" y="0"/>
                </a:moveTo>
                <a:lnTo>
                  <a:pt x="3315337" y="0"/>
                </a:lnTo>
                <a:lnTo>
                  <a:pt x="3315337" y="965592"/>
                </a:lnTo>
                <a:lnTo>
                  <a:pt x="0" y="965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5439202" y="4855970"/>
            <a:ext cx="1217718" cy="873713"/>
          </a:xfrm>
          <a:custGeom>
            <a:avLst/>
            <a:gdLst/>
            <a:ahLst/>
            <a:cxnLst/>
            <a:rect l="l" t="t" r="r" b="b"/>
            <a:pathLst>
              <a:path w="1217718" h="873713">
                <a:moveTo>
                  <a:pt x="0" y="0"/>
                </a:moveTo>
                <a:lnTo>
                  <a:pt x="1217718" y="0"/>
                </a:lnTo>
                <a:lnTo>
                  <a:pt x="1217718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2193754" y="4855970"/>
            <a:ext cx="1188725" cy="873713"/>
          </a:xfrm>
          <a:custGeom>
            <a:avLst/>
            <a:gdLst/>
            <a:ahLst/>
            <a:cxnLst/>
            <a:rect l="l" t="t" r="r" b="b"/>
            <a:pathLst>
              <a:path w="1188725" h="873713">
                <a:moveTo>
                  <a:pt x="0" y="0"/>
                </a:moveTo>
                <a:lnTo>
                  <a:pt x="1188725" y="0"/>
                </a:lnTo>
                <a:lnTo>
                  <a:pt x="1188725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4119498" y="4855970"/>
            <a:ext cx="581019" cy="873713"/>
          </a:xfrm>
          <a:custGeom>
            <a:avLst/>
            <a:gdLst/>
            <a:ahLst/>
            <a:cxnLst/>
            <a:rect l="l" t="t" r="r" b="b"/>
            <a:pathLst>
              <a:path w="581019" h="873713">
                <a:moveTo>
                  <a:pt x="0" y="0"/>
                </a:moveTo>
                <a:lnTo>
                  <a:pt x="581019" y="0"/>
                </a:lnTo>
                <a:lnTo>
                  <a:pt x="581019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2193754" y="7307626"/>
            <a:ext cx="962769" cy="873713"/>
          </a:xfrm>
          <a:custGeom>
            <a:avLst/>
            <a:gdLst/>
            <a:ahLst/>
            <a:cxnLst/>
            <a:rect l="l" t="t" r="r" b="b"/>
            <a:pathLst>
              <a:path w="962769" h="873713">
                <a:moveTo>
                  <a:pt x="0" y="0"/>
                </a:moveTo>
                <a:lnTo>
                  <a:pt x="962769" y="0"/>
                </a:lnTo>
                <a:lnTo>
                  <a:pt x="962769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3514658" y="7313350"/>
            <a:ext cx="895350" cy="873713"/>
          </a:xfrm>
          <a:custGeom>
            <a:avLst/>
            <a:gdLst/>
            <a:ahLst/>
            <a:cxnLst/>
            <a:rect l="l" t="t" r="r" b="b"/>
            <a:pathLst>
              <a:path w="895350" h="873713">
                <a:moveTo>
                  <a:pt x="0" y="0"/>
                </a:moveTo>
                <a:lnTo>
                  <a:pt x="895350" y="0"/>
                </a:lnTo>
                <a:lnTo>
                  <a:pt x="895350" y="873713"/>
                </a:lnTo>
                <a:lnTo>
                  <a:pt x="0" y="87371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114116" y="7348256"/>
            <a:ext cx="873713" cy="873713"/>
          </a:xfrm>
          <a:custGeom>
            <a:avLst/>
            <a:gdLst/>
            <a:ahLst/>
            <a:cxnLst/>
            <a:rect l="l" t="t" r="r" b="b"/>
            <a:pathLst>
              <a:path w="873713" h="873713">
                <a:moveTo>
                  <a:pt x="0" y="0"/>
                </a:moveTo>
                <a:lnTo>
                  <a:pt x="873713" y="0"/>
                </a:lnTo>
                <a:lnTo>
                  <a:pt x="873713" y="873713"/>
                </a:lnTo>
                <a:lnTo>
                  <a:pt x="0" y="87371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0964529" y="7315568"/>
            <a:ext cx="873713" cy="873713"/>
          </a:xfrm>
          <a:custGeom>
            <a:avLst/>
            <a:gdLst/>
            <a:ahLst/>
            <a:cxnLst/>
            <a:rect l="l" t="t" r="r" b="b"/>
            <a:pathLst>
              <a:path w="873713" h="873713">
                <a:moveTo>
                  <a:pt x="0" y="0"/>
                </a:moveTo>
                <a:lnTo>
                  <a:pt x="873713" y="0"/>
                </a:lnTo>
                <a:lnTo>
                  <a:pt x="873713" y="873713"/>
                </a:lnTo>
                <a:lnTo>
                  <a:pt x="0" y="87371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7291979" y="7307626"/>
            <a:ext cx="748117" cy="873713"/>
          </a:xfrm>
          <a:custGeom>
            <a:avLst/>
            <a:gdLst/>
            <a:ahLst/>
            <a:cxnLst/>
            <a:rect l="l" t="t" r="r" b="b"/>
            <a:pathLst>
              <a:path w="748117" h="873713">
                <a:moveTo>
                  <a:pt x="0" y="0"/>
                </a:moveTo>
                <a:lnTo>
                  <a:pt x="748117" y="0"/>
                </a:lnTo>
                <a:lnTo>
                  <a:pt x="748117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8397524" y="7307626"/>
            <a:ext cx="870436" cy="873713"/>
          </a:xfrm>
          <a:custGeom>
            <a:avLst/>
            <a:gdLst/>
            <a:ahLst/>
            <a:cxnLst/>
            <a:rect l="l" t="t" r="r" b="b"/>
            <a:pathLst>
              <a:path w="870436" h="873713">
                <a:moveTo>
                  <a:pt x="0" y="0"/>
                </a:moveTo>
                <a:lnTo>
                  <a:pt x="870436" y="0"/>
                </a:lnTo>
                <a:lnTo>
                  <a:pt x="870436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3661178" y="6085769"/>
            <a:ext cx="685864" cy="873713"/>
          </a:xfrm>
          <a:custGeom>
            <a:avLst/>
            <a:gdLst/>
            <a:ahLst/>
            <a:cxnLst/>
            <a:rect l="l" t="t" r="r" b="b"/>
            <a:pathLst>
              <a:path w="685864" h="873713">
                <a:moveTo>
                  <a:pt x="0" y="0"/>
                </a:moveTo>
                <a:lnTo>
                  <a:pt x="685865" y="0"/>
                </a:lnTo>
                <a:lnTo>
                  <a:pt x="685865" y="873713"/>
                </a:lnTo>
                <a:lnTo>
                  <a:pt x="0" y="87371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2193754" y="6081798"/>
            <a:ext cx="873713" cy="873713"/>
          </a:xfrm>
          <a:custGeom>
            <a:avLst/>
            <a:gdLst/>
            <a:ahLst/>
            <a:cxnLst/>
            <a:rect l="l" t="t" r="r" b="b"/>
            <a:pathLst>
              <a:path w="873713" h="873713">
                <a:moveTo>
                  <a:pt x="0" y="0"/>
                </a:moveTo>
                <a:lnTo>
                  <a:pt x="873713" y="0"/>
                </a:lnTo>
                <a:lnTo>
                  <a:pt x="873713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9385321" y="6084660"/>
            <a:ext cx="799083" cy="873713"/>
          </a:xfrm>
          <a:custGeom>
            <a:avLst/>
            <a:gdLst/>
            <a:ahLst/>
            <a:cxnLst/>
            <a:rect l="l" t="t" r="r" b="b"/>
            <a:pathLst>
              <a:path w="799083" h="873713">
                <a:moveTo>
                  <a:pt x="0" y="0"/>
                </a:moveTo>
                <a:lnTo>
                  <a:pt x="799083" y="0"/>
                </a:lnTo>
                <a:lnTo>
                  <a:pt x="799083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2137406" y="6085769"/>
            <a:ext cx="904231" cy="873713"/>
          </a:xfrm>
          <a:custGeom>
            <a:avLst/>
            <a:gdLst/>
            <a:ahLst/>
            <a:cxnLst/>
            <a:rect l="l" t="t" r="r" b="b"/>
            <a:pathLst>
              <a:path w="904231" h="873713">
                <a:moveTo>
                  <a:pt x="0" y="0"/>
                </a:moveTo>
                <a:lnTo>
                  <a:pt x="904230" y="0"/>
                </a:lnTo>
                <a:lnTo>
                  <a:pt x="904230" y="873713"/>
                </a:lnTo>
                <a:lnTo>
                  <a:pt x="0" y="87371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2576495" y="7307626"/>
            <a:ext cx="682952" cy="873713"/>
          </a:xfrm>
          <a:custGeom>
            <a:avLst/>
            <a:gdLst/>
            <a:ahLst/>
            <a:cxnLst/>
            <a:rect l="l" t="t" r="r" b="b"/>
            <a:pathLst>
              <a:path w="682952" h="873713">
                <a:moveTo>
                  <a:pt x="0" y="0"/>
                </a:moveTo>
                <a:lnTo>
                  <a:pt x="682952" y="0"/>
                </a:lnTo>
                <a:lnTo>
                  <a:pt x="682952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0694758" y="6085769"/>
            <a:ext cx="968550" cy="873713"/>
          </a:xfrm>
          <a:custGeom>
            <a:avLst/>
            <a:gdLst/>
            <a:ahLst/>
            <a:cxnLst/>
            <a:rect l="l" t="t" r="r" b="b"/>
            <a:pathLst>
              <a:path w="968550" h="873713">
                <a:moveTo>
                  <a:pt x="0" y="0"/>
                </a:moveTo>
                <a:lnTo>
                  <a:pt x="968550" y="0"/>
                </a:lnTo>
                <a:lnTo>
                  <a:pt x="968550" y="873713"/>
                </a:lnTo>
                <a:lnTo>
                  <a:pt x="0" y="87371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3859245" y="7313350"/>
            <a:ext cx="1014471" cy="873713"/>
          </a:xfrm>
          <a:custGeom>
            <a:avLst/>
            <a:gdLst/>
            <a:ahLst/>
            <a:cxnLst/>
            <a:rect l="l" t="t" r="r" b="b"/>
            <a:pathLst>
              <a:path w="1014471" h="873713">
                <a:moveTo>
                  <a:pt x="0" y="0"/>
                </a:moveTo>
                <a:lnTo>
                  <a:pt x="1014471" y="0"/>
                </a:lnTo>
                <a:lnTo>
                  <a:pt x="1014471" y="873713"/>
                </a:lnTo>
                <a:lnTo>
                  <a:pt x="0" y="873713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4767436" y="7307626"/>
            <a:ext cx="913687" cy="873713"/>
          </a:xfrm>
          <a:custGeom>
            <a:avLst/>
            <a:gdLst/>
            <a:ahLst/>
            <a:cxnLst/>
            <a:rect l="l" t="t" r="r" b="b"/>
            <a:pathLst>
              <a:path w="913687" h="873713">
                <a:moveTo>
                  <a:pt x="0" y="0"/>
                </a:moveTo>
                <a:lnTo>
                  <a:pt x="913686" y="0"/>
                </a:lnTo>
                <a:lnTo>
                  <a:pt x="913686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9665102" y="7315568"/>
            <a:ext cx="902285" cy="873713"/>
          </a:xfrm>
          <a:custGeom>
            <a:avLst/>
            <a:gdLst/>
            <a:ahLst/>
            <a:cxnLst/>
            <a:rect l="l" t="t" r="r" b="b"/>
            <a:pathLst>
              <a:path w="902285" h="873713">
                <a:moveTo>
                  <a:pt x="0" y="0"/>
                </a:moveTo>
                <a:lnTo>
                  <a:pt x="902285" y="0"/>
                </a:lnTo>
                <a:lnTo>
                  <a:pt x="902285" y="873713"/>
                </a:lnTo>
                <a:lnTo>
                  <a:pt x="0" y="873713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4836446" y="6081798"/>
            <a:ext cx="567913" cy="873713"/>
          </a:xfrm>
          <a:custGeom>
            <a:avLst/>
            <a:gdLst/>
            <a:ahLst/>
            <a:cxnLst/>
            <a:rect l="l" t="t" r="r" b="b"/>
            <a:pathLst>
              <a:path w="567913" h="873713">
                <a:moveTo>
                  <a:pt x="0" y="0"/>
                </a:moveTo>
                <a:lnTo>
                  <a:pt x="567913" y="0"/>
                </a:lnTo>
                <a:lnTo>
                  <a:pt x="567913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7773944" y="6084660"/>
            <a:ext cx="873713" cy="873713"/>
          </a:xfrm>
          <a:custGeom>
            <a:avLst/>
            <a:gdLst/>
            <a:ahLst/>
            <a:cxnLst/>
            <a:rect l="l" t="t" r="r" b="b"/>
            <a:pathLst>
              <a:path w="873713" h="873713">
                <a:moveTo>
                  <a:pt x="0" y="0"/>
                </a:moveTo>
                <a:lnTo>
                  <a:pt x="873713" y="0"/>
                </a:lnTo>
                <a:lnTo>
                  <a:pt x="873713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3514658" y="6084660"/>
            <a:ext cx="955312" cy="873713"/>
          </a:xfrm>
          <a:custGeom>
            <a:avLst/>
            <a:gdLst/>
            <a:ahLst/>
            <a:cxnLst/>
            <a:rect l="l" t="t" r="r" b="b"/>
            <a:pathLst>
              <a:path w="955312" h="873713">
                <a:moveTo>
                  <a:pt x="0" y="0"/>
                </a:moveTo>
                <a:lnTo>
                  <a:pt x="955312" y="0"/>
                </a:lnTo>
                <a:lnTo>
                  <a:pt x="955312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4895145" y="6081798"/>
            <a:ext cx="785977" cy="873713"/>
          </a:xfrm>
          <a:custGeom>
            <a:avLst/>
            <a:gdLst/>
            <a:ahLst/>
            <a:cxnLst/>
            <a:rect l="l" t="t" r="r" b="b"/>
            <a:pathLst>
              <a:path w="785977" h="873713">
                <a:moveTo>
                  <a:pt x="0" y="0"/>
                </a:moveTo>
                <a:lnTo>
                  <a:pt x="785977" y="0"/>
                </a:lnTo>
                <a:lnTo>
                  <a:pt x="785977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6300239" y="6081798"/>
            <a:ext cx="1028906" cy="873713"/>
          </a:xfrm>
          <a:custGeom>
            <a:avLst/>
            <a:gdLst/>
            <a:ahLst/>
            <a:cxnLst/>
            <a:rect l="l" t="t" r="r" b="b"/>
            <a:pathLst>
              <a:path w="1028906" h="873713">
                <a:moveTo>
                  <a:pt x="0" y="0"/>
                </a:moveTo>
                <a:lnTo>
                  <a:pt x="1028906" y="0"/>
                </a:lnTo>
                <a:lnTo>
                  <a:pt x="1028906" y="873712"/>
                </a:lnTo>
                <a:lnTo>
                  <a:pt x="0" y="873712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5308269" y="7315568"/>
            <a:ext cx="785977" cy="873713"/>
          </a:xfrm>
          <a:custGeom>
            <a:avLst/>
            <a:gdLst/>
            <a:ahLst/>
            <a:cxnLst/>
            <a:rect l="l" t="t" r="r" b="b"/>
            <a:pathLst>
              <a:path w="785977" h="873713">
                <a:moveTo>
                  <a:pt x="0" y="0"/>
                </a:moveTo>
                <a:lnTo>
                  <a:pt x="785977" y="0"/>
                </a:lnTo>
                <a:lnTo>
                  <a:pt x="785977" y="873713"/>
                </a:lnTo>
                <a:lnTo>
                  <a:pt x="0" y="873713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8783095" y="3071646"/>
            <a:ext cx="721810" cy="181928"/>
            <a:chOff x="0" y="0"/>
            <a:chExt cx="962414" cy="24257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2570" cy="242570"/>
              <a:chOff x="0" y="0"/>
              <a:chExt cx="130677" cy="13067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56870" y="0"/>
              <a:ext cx="242570" cy="242570"/>
              <a:chOff x="0" y="0"/>
              <a:chExt cx="130677" cy="13067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19844" y="0"/>
              <a:ext cx="242570" cy="242570"/>
              <a:chOff x="0" y="0"/>
              <a:chExt cx="130677" cy="13067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6532423" y="4529011"/>
            <a:ext cx="726877" cy="1047750"/>
          </a:xfrm>
          <a:custGeom>
            <a:avLst/>
            <a:gdLst/>
            <a:ahLst/>
            <a:cxnLst/>
            <a:rect l="l" t="t" r="r" b="b"/>
            <a:pathLst>
              <a:path w="726877" h="1047750">
                <a:moveTo>
                  <a:pt x="0" y="0"/>
                </a:moveTo>
                <a:lnTo>
                  <a:pt x="726877" y="0"/>
                </a:lnTo>
                <a:lnTo>
                  <a:pt x="726877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370460" y="4529011"/>
            <a:ext cx="1098558" cy="1047750"/>
          </a:xfrm>
          <a:custGeom>
            <a:avLst/>
            <a:gdLst/>
            <a:ahLst/>
            <a:cxnLst/>
            <a:rect l="l" t="t" r="r" b="b"/>
            <a:pathLst>
              <a:path w="1098558" h="1047750">
                <a:moveTo>
                  <a:pt x="0" y="0"/>
                </a:moveTo>
                <a:lnTo>
                  <a:pt x="1098559" y="0"/>
                </a:lnTo>
                <a:lnTo>
                  <a:pt x="1098559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650119" y="4502287"/>
            <a:ext cx="825103" cy="1047750"/>
          </a:xfrm>
          <a:custGeom>
            <a:avLst/>
            <a:gdLst/>
            <a:ahLst/>
            <a:cxnLst/>
            <a:rect l="l" t="t" r="r" b="b"/>
            <a:pathLst>
              <a:path w="825103" h="1047750">
                <a:moveTo>
                  <a:pt x="0" y="0"/>
                </a:moveTo>
                <a:lnTo>
                  <a:pt x="825103" y="0"/>
                </a:lnTo>
                <a:lnTo>
                  <a:pt x="825103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351387" y="4529011"/>
            <a:ext cx="624840" cy="1047750"/>
          </a:xfrm>
          <a:custGeom>
            <a:avLst/>
            <a:gdLst/>
            <a:ahLst/>
            <a:cxnLst/>
            <a:rect l="l" t="t" r="r" b="b"/>
            <a:pathLst>
              <a:path w="624840" h="1047750">
                <a:moveTo>
                  <a:pt x="0" y="0"/>
                </a:moveTo>
                <a:lnTo>
                  <a:pt x="624840" y="0"/>
                </a:lnTo>
                <a:lnTo>
                  <a:pt x="62484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408990" y="4529570"/>
            <a:ext cx="977027" cy="1047750"/>
          </a:xfrm>
          <a:custGeom>
            <a:avLst/>
            <a:gdLst/>
            <a:ahLst/>
            <a:cxnLst/>
            <a:rect l="l" t="t" r="r" b="b"/>
            <a:pathLst>
              <a:path w="977027" h="1047750">
                <a:moveTo>
                  <a:pt x="0" y="0"/>
                </a:moveTo>
                <a:lnTo>
                  <a:pt x="977027" y="0"/>
                </a:lnTo>
                <a:lnTo>
                  <a:pt x="977027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2559949" y="4529570"/>
            <a:ext cx="667941" cy="1047750"/>
          </a:xfrm>
          <a:custGeom>
            <a:avLst/>
            <a:gdLst/>
            <a:ahLst/>
            <a:cxnLst/>
            <a:rect l="l" t="t" r="r" b="b"/>
            <a:pathLst>
              <a:path w="667941" h="1047750">
                <a:moveTo>
                  <a:pt x="0" y="0"/>
                </a:moveTo>
                <a:lnTo>
                  <a:pt x="667941" y="0"/>
                </a:lnTo>
                <a:lnTo>
                  <a:pt x="667941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4656322" y="4555734"/>
            <a:ext cx="691515" cy="1047750"/>
          </a:xfrm>
          <a:custGeom>
            <a:avLst/>
            <a:gdLst/>
            <a:ahLst/>
            <a:cxnLst/>
            <a:rect l="l" t="t" r="r" b="b"/>
            <a:pathLst>
              <a:path w="691515" h="1047750">
                <a:moveTo>
                  <a:pt x="0" y="0"/>
                </a:moveTo>
                <a:lnTo>
                  <a:pt x="691515" y="0"/>
                </a:lnTo>
                <a:lnTo>
                  <a:pt x="69151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589930" y="4529011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6104755" y="5986731"/>
            <a:ext cx="1154545" cy="1047750"/>
          </a:xfrm>
          <a:custGeom>
            <a:avLst/>
            <a:gdLst/>
            <a:ahLst/>
            <a:cxnLst/>
            <a:rect l="l" t="t" r="r" b="b"/>
            <a:pathLst>
              <a:path w="1154545" h="1047750">
                <a:moveTo>
                  <a:pt x="0" y="0"/>
                </a:moveTo>
                <a:lnTo>
                  <a:pt x="1154545" y="0"/>
                </a:lnTo>
                <a:lnTo>
                  <a:pt x="115454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099763" y="7490554"/>
            <a:ext cx="1557993" cy="1047750"/>
          </a:xfrm>
          <a:custGeom>
            <a:avLst/>
            <a:gdLst/>
            <a:ahLst/>
            <a:cxnLst/>
            <a:rect l="l" t="t" r="r" b="b"/>
            <a:pathLst>
              <a:path w="1557993" h="1047750">
                <a:moveTo>
                  <a:pt x="0" y="0"/>
                </a:moveTo>
                <a:lnTo>
                  <a:pt x="1557992" y="0"/>
                </a:lnTo>
                <a:lnTo>
                  <a:pt x="1557992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002755" y="7490554"/>
            <a:ext cx="1502151" cy="1047750"/>
          </a:xfrm>
          <a:custGeom>
            <a:avLst/>
            <a:gdLst/>
            <a:ahLst/>
            <a:cxnLst/>
            <a:rect l="l" t="t" r="r" b="b"/>
            <a:pathLst>
              <a:path w="1502151" h="1047750">
                <a:moveTo>
                  <a:pt x="0" y="0"/>
                </a:moveTo>
                <a:lnTo>
                  <a:pt x="1502150" y="0"/>
                </a:lnTo>
                <a:lnTo>
                  <a:pt x="15021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4201027" y="5976811"/>
            <a:ext cx="1183898" cy="1047750"/>
          </a:xfrm>
          <a:custGeom>
            <a:avLst/>
            <a:gdLst/>
            <a:ahLst/>
            <a:cxnLst/>
            <a:rect l="l" t="t" r="r" b="b"/>
            <a:pathLst>
              <a:path w="1183898" h="1047750">
                <a:moveTo>
                  <a:pt x="0" y="0"/>
                </a:moveTo>
                <a:lnTo>
                  <a:pt x="1183898" y="0"/>
                </a:lnTo>
                <a:lnTo>
                  <a:pt x="118389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000253" y="7490554"/>
            <a:ext cx="1289538" cy="1047750"/>
          </a:xfrm>
          <a:custGeom>
            <a:avLst/>
            <a:gdLst/>
            <a:ahLst/>
            <a:cxnLst/>
            <a:rect l="l" t="t" r="r" b="b"/>
            <a:pathLst>
              <a:path w="1289538" h="1047750">
                <a:moveTo>
                  <a:pt x="0" y="0"/>
                </a:moveTo>
                <a:lnTo>
                  <a:pt x="1289538" y="0"/>
                </a:lnTo>
                <a:lnTo>
                  <a:pt x="128953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2290885" y="5938218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589930" y="7490554"/>
            <a:ext cx="1056999" cy="1047750"/>
          </a:xfrm>
          <a:custGeom>
            <a:avLst/>
            <a:gdLst/>
            <a:ahLst/>
            <a:cxnLst/>
            <a:rect l="l" t="t" r="r" b="b"/>
            <a:pathLst>
              <a:path w="1056999" h="1047750">
                <a:moveTo>
                  <a:pt x="0" y="0"/>
                </a:moveTo>
                <a:lnTo>
                  <a:pt x="1056999" y="0"/>
                </a:lnTo>
                <a:lnTo>
                  <a:pt x="1056999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4375593" y="7490554"/>
            <a:ext cx="1043821" cy="1047750"/>
          </a:xfrm>
          <a:custGeom>
            <a:avLst/>
            <a:gdLst/>
            <a:ahLst/>
            <a:cxnLst/>
            <a:rect l="l" t="t" r="r" b="b"/>
            <a:pathLst>
              <a:path w="1043821" h="1047750">
                <a:moveTo>
                  <a:pt x="0" y="0"/>
                </a:moveTo>
                <a:lnTo>
                  <a:pt x="1043821" y="0"/>
                </a:lnTo>
                <a:lnTo>
                  <a:pt x="1043821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2441557" y="7490554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4467727" y="7490554"/>
            <a:ext cx="880110" cy="1047750"/>
          </a:xfrm>
          <a:custGeom>
            <a:avLst/>
            <a:gdLst/>
            <a:ahLst/>
            <a:cxnLst/>
            <a:rect l="l" t="t" r="r" b="b"/>
            <a:pathLst>
              <a:path w="880110" h="1047750">
                <a:moveTo>
                  <a:pt x="0" y="0"/>
                </a:moveTo>
                <a:lnTo>
                  <a:pt x="880110" y="0"/>
                </a:lnTo>
                <a:lnTo>
                  <a:pt x="88011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253460" y="7444452"/>
            <a:ext cx="1005840" cy="1047750"/>
          </a:xfrm>
          <a:custGeom>
            <a:avLst/>
            <a:gdLst/>
            <a:ahLst/>
            <a:cxnLst/>
            <a:rect l="l" t="t" r="r" b="b"/>
            <a:pathLst>
              <a:path w="1005840" h="1047750">
                <a:moveTo>
                  <a:pt x="0" y="0"/>
                </a:moveTo>
                <a:lnTo>
                  <a:pt x="1005840" y="0"/>
                </a:lnTo>
                <a:lnTo>
                  <a:pt x="100584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2540684" y="7490554"/>
            <a:ext cx="1016754" cy="1047750"/>
          </a:xfrm>
          <a:custGeom>
            <a:avLst/>
            <a:gdLst/>
            <a:ahLst/>
            <a:cxnLst/>
            <a:rect l="l" t="t" r="r" b="b"/>
            <a:pathLst>
              <a:path w="1016754" h="1047750">
                <a:moveTo>
                  <a:pt x="0" y="0"/>
                </a:moveTo>
                <a:lnTo>
                  <a:pt x="1016754" y="0"/>
                </a:lnTo>
                <a:lnTo>
                  <a:pt x="1016754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0370050" y="5938218"/>
            <a:ext cx="920710" cy="1047750"/>
          </a:xfrm>
          <a:custGeom>
            <a:avLst/>
            <a:gdLst/>
            <a:ahLst/>
            <a:cxnLst/>
            <a:rect l="l" t="t" r="r" b="b"/>
            <a:pathLst>
              <a:path w="920710" h="1047750">
                <a:moveTo>
                  <a:pt x="0" y="0"/>
                </a:moveTo>
                <a:lnTo>
                  <a:pt x="920710" y="0"/>
                </a:lnTo>
                <a:lnTo>
                  <a:pt x="92071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8245731" y="5976811"/>
            <a:ext cx="855226" cy="1047750"/>
          </a:xfrm>
          <a:custGeom>
            <a:avLst/>
            <a:gdLst/>
            <a:ahLst/>
            <a:cxnLst/>
            <a:rect l="l" t="t" r="r" b="b"/>
            <a:pathLst>
              <a:path w="855226" h="1047750">
                <a:moveTo>
                  <a:pt x="0" y="0"/>
                </a:moveTo>
                <a:lnTo>
                  <a:pt x="855226" y="0"/>
                </a:lnTo>
                <a:lnTo>
                  <a:pt x="85522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6265202" y="5996420"/>
            <a:ext cx="1053496" cy="1047750"/>
          </a:xfrm>
          <a:custGeom>
            <a:avLst/>
            <a:gdLst/>
            <a:ahLst/>
            <a:cxnLst/>
            <a:rect l="l" t="t" r="r" b="b"/>
            <a:pathLst>
              <a:path w="1053496" h="1047750">
                <a:moveTo>
                  <a:pt x="0" y="0"/>
                </a:moveTo>
                <a:lnTo>
                  <a:pt x="1053496" y="0"/>
                </a:lnTo>
                <a:lnTo>
                  <a:pt x="105349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4420328" y="5996420"/>
            <a:ext cx="844748" cy="1047750"/>
          </a:xfrm>
          <a:custGeom>
            <a:avLst/>
            <a:gdLst/>
            <a:ahLst/>
            <a:cxnLst/>
            <a:rect l="l" t="t" r="r" b="b"/>
            <a:pathLst>
              <a:path w="844748" h="1047750">
                <a:moveTo>
                  <a:pt x="0" y="0"/>
                </a:moveTo>
                <a:lnTo>
                  <a:pt x="844749" y="0"/>
                </a:lnTo>
                <a:lnTo>
                  <a:pt x="844749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2372774" y="5996420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8157327" y="4529011"/>
            <a:ext cx="1032034" cy="1047750"/>
          </a:xfrm>
          <a:custGeom>
            <a:avLst/>
            <a:gdLst/>
            <a:ahLst/>
            <a:cxnLst/>
            <a:rect l="l" t="t" r="r" b="b"/>
            <a:pathLst>
              <a:path w="1032034" h="1047750">
                <a:moveTo>
                  <a:pt x="0" y="0"/>
                </a:moveTo>
                <a:lnTo>
                  <a:pt x="1032033" y="0"/>
                </a:lnTo>
                <a:lnTo>
                  <a:pt x="1032033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594795" y="6009782"/>
            <a:ext cx="1052134" cy="1047750"/>
          </a:xfrm>
          <a:custGeom>
            <a:avLst/>
            <a:gdLst/>
            <a:ahLst/>
            <a:cxnLst/>
            <a:rect l="l" t="t" r="r" b="b"/>
            <a:pathLst>
              <a:path w="1052134" h="1047750">
                <a:moveTo>
                  <a:pt x="0" y="0"/>
                </a:moveTo>
                <a:lnTo>
                  <a:pt x="1052134" y="0"/>
                </a:lnTo>
                <a:lnTo>
                  <a:pt x="1052134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892091" y="1704188"/>
            <a:ext cx="14539901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59"/>
              </a:lnSpc>
              <a:spcBef>
                <a:spcPct val="0"/>
              </a:spcBef>
            </a:pPr>
            <a:r>
              <a:rPr lang="en-US" sz="5999" b="1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C</a:t>
            </a:r>
            <a:r>
              <a:rPr lang="en-US" sz="5999" b="1" u="none" strike="noStrike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hronic &amp; Cardiovascular Diseases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840159" y="3535515"/>
            <a:ext cx="10650263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 Light Background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8783095" y="3071646"/>
            <a:ext cx="721810" cy="181928"/>
            <a:chOff x="0" y="0"/>
            <a:chExt cx="962414" cy="24257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2570" cy="242570"/>
              <a:chOff x="0" y="0"/>
              <a:chExt cx="130677" cy="13067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56870" y="0"/>
              <a:ext cx="242570" cy="242570"/>
              <a:chOff x="0" y="0"/>
              <a:chExt cx="130677" cy="13067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19844" y="0"/>
              <a:ext cx="242570" cy="242570"/>
              <a:chOff x="0" y="0"/>
              <a:chExt cx="130677" cy="13067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892091" y="1704188"/>
            <a:ext cx="14539901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59"/>
              </a:lnSpc>
              <a:spcBef>
                <a:spcPct val="0"/>
              </a:spcBef>
            </a:pPr>
            <a:r>
              <a:rPr lang="en-US" sz="5999" b="1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C</a:t>
            </a:r>
            <a:r>
              <a:rPr lang="en-US" sz="5999" b="1" u="none" strike="noStrike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hronic &amp; Cardiovascular Diseases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40159" y="3535515"/>
            <a:ext cx="10650263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 Dark Background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89930" y="4539634"/>
            <a:ext cx="16669370" cy="3998670"/>
            <a:chOff x="0" y="0"/>
            <a:chExt cx="1747114" cy="419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47114" cy="419100"/>
            </a:xfrm>
            <a:custGeom>
              <a:avLst/>
              <a:gdLst/>
              <a:ahLst/>
              <a:cxnLst/>
              <a:rect l="l" t="t" r="r" b="b"/>
              <a:pathLst>
                <a:path w="1747114" h="419100">
                  <a:moveTo>
                    <a:pt x="9071" y="0"/>
                  </a:moveTo>
                  <a:lnTo>
                    <a:pt x="1738043" y="0"/>
                  </a:lnTo>
                  <a:cubicBezTo>
                    <a:pt x="1740449" y="0"/>
                    <a:pt x="1742756" y="956"/>
                    <a:pt x="1744457" y="2657"/>
                  </a:cubicBezTo>
                  <a:cubicBezTo>
                    <a:pt x="1746159" y="4358"/>
                    <a:pt x="1747114" y="6665"/>
                    <a:pt x="1747114" y="9071"/>
                  </a:cubicBezTo>
                  <a:lnTo>
                    <a:pt x="1747114" y="410029"/>
                  </a:lnTo>
                  <a:cubicBezTo>
                    <a:pt x="1747114" y="412435"/>
                    <a:pt x="1746159" y="414742"/>
                    <a:pt x="1744457" y="416443"/>
                  </a:cubicBezTo>
                  <a:cubicBezTo>
                    <a:pt x="1742756" y="418144"/>
                    <a:pt x="1740449" y="419100"/>
                    <a:pt x="1738043" y="419100"/>
                  </a:cubicBezTo>
                  <a:lnTo>
                    <a:pt x="9071" y="419100"/>
                  </a:lnTo>
                  <a:cubicBezTo>
                    <a:pt x="6665" y="419100"/>
                    <a:pt x="4358" y="418144"/>
                    <a:pt x="2657" y="416443"/>
                  </a:cubicBezTo>
                  <a:cubicBezTo>
                    <a:pt x="956" y="414742"/>
                    <a:pt x="0" y="412435"/>
                    <a:pt x="0" y="410029"/>
                  </a:cubicBezTo>
                  <a:lnTo>
                    <a:pt x="0" y="9071"/>
                  </a:lnTo>
                  <a:cubicBezTo>
                    <a:pt x="0" y="6665"/>
                    <a:pt x="956" y="4358"/>
                    <a:pt x="2657" y="2657"/>
                  </a:cubicBezTo>
                  <a:cubicBezTo>
                    <a:pt x="4358" y="956"/>
                    <a:pt x="6665" y="0"/>
                    <a:pt x="90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2191">
                    <a:alpha val="100000"/>
                  </a:srgbClr>
                </a:gs>
                <a:gs pos="100000">
                  <a:srgbClr val="4C005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747114" cy="485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5236685" y="4886834"/>
            <a:ext cx="603077" cy="869300"/>
          </a:xfrm>
          <a:custGeom>
            <a:avLst/>
            <a:gdLst/>
            <a:ahLst/>
            <a:cxnLst/>
            <a:rect l="l" t="t" r="r" b="b"/>
            <a:pathLst>
              <a:path w="603077" h="869300">
                <a:moveTo>
                  <a:pt x="0" y="0"/>
                </a:moveTo>
                <a:lnTo>
                  <a:pt x="603077" y="0"/>
                </a:lnTo>
                <a:lnTo>
                  <a:pt x="603077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124209" y="4886834"/>
            <a:ext cx="911455" cy="869300"/>
          </a:xfrm>
          <a:custGeom>
            <a:avLst/>
            <a:gdLst/>
            <a:ahLst/>
            <a:cxnLst/>
            <a:rect l="l" t="t" r="r" b="b"/>
            <a:pathLst>
              <a:path w="911455" h="869300">
                <a:moveTo>
                  <a:pt x="0" y="0"/>
                </a:moveTo>
                <a:lnTo>
                  <a:pt x="911455" y="0"/>
                </a:lnTo>
                <a:lnTo>
                  <a:pt x="911455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015602" y="4864662"/>
            <a:ext cx="684574" cy="869300"/>
          </a:xfrm>
          <a:custGeom>
            <a:avLst/>
            <a:gdLst/>
            <a:ahLst/>
            <a:cxnLst/>
            <a:rect l="l" t="t" r="r" b="b"/>
            <a:pathLst>
              <a:path w="684574" h="869300">
                <a:moveTo>
                  <a:pt x="0" y="0"/>
                </a:moveTo>
                <a:lnTo>
                  <a:pt x="684574" y="0"/>
                </a:lnTo>
                <a:lnTo>
                  <a:pt x="684574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789651" y="4886834"/>
            <a:ext cx="518419" cy="869300"/>
          </a:xfrm>
          <a:custGeom>
            <a:avLst/>
            <a:gdLst/>
            <a:ahLst/>
            <a:cxnLst/>
            <a:rect l="l" t="t" r="r" b="b"/>
            <a:pathLst>
              <a:path w="518419" h="869300">
                <a:moveTo>
                  <a:pt x="0" y="0"/>
                </a:moveTo>
                <a:lnTo>
                  <a:pt x="518419" y="0"/>
                </a:lnTo>
                <a:lnTo>
                  <a:pt x="518419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5178078" y="4887298"/>
            <a:ext cx="810623" cy="869300"/>
          </a:xfrm>
          <a:custGeom>
            <a:avLst/>
            <a:gdLst/>
            <a:ahLst/>
            <a:cxnLst/>
            <a:rect l="l" t="t" r="r" b="b"/>
            <a:pathLst>
              <a:path w="810623" h="869300">
                <a:moveTo>
                  <a:pt x="0" y="0"/>
                </a:moveTo>
                <a:lnTo>
                  <a:pt x="810622" y="0"/>
                </a:lnTo>
                <a:lnTo>
                  <a:pt x="810622" y="869301"/>
                </a:lnTo>
                <a:lnTo>
                  <a:pt x="0" y="869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643960" y="4887298"/>
            <a:ext cx="554179" cy="869300"/>
          </a:xfrm>
          <a:custGeom>
            <a:avLst/>
            <a:gdLst/>
            <a:ahLst/>
            <a:cxnLst/>
            <a:rect l="l" t="t" r="r" b="b"/>
            <a:pathLst>
              <a:path w="554179" h="869300">
                <a:moveTo>
                  <a:pt x="0" y="0"/>
                </a:moveTo>
                <a:lnTo>
                  <a:pt x="554179" y="0"/>
                </a:lnTo>
                <a:lnTo>
                  <a:pt x="554179" y="869301"/>
                </a:lnTo>
                <a:lnTo>
                  <a:pt x="0" y="8693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680115" y="4909006"/>
            <a:ext cx="573738" cy="869300"/>
          </a:xfrm>
          <a:custGeom>
            <a:avLst/>
            <a:gdLst/>
            <a:ahLst/>
            <a:cxnLst/>
            <a:rect l="l" t="t" r="r" b="b"/>
            <a:pathLst>
              <a:path w="573738" h="869300">
                <a:moveTo>
                  <a:pt x="0" y="0"/>
                </a:moveTo>
                <a:lnTo>
                  <a:pt x="573738" y="0"/>
                </a:lnTo>
                <a:lnTo>
                  <a:pt x="573738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2009469" y="4886834"/>
            <a:ext cx="869300" cy="869300"/>
          </a:xfrm>
          <a:custGeom>
            <a:avLst/>
            <a:gdLst/>
            <a:ahLst/>
            <a:cxnLst/>
            <a:rect l="l" t="t" r="r" b="b"/>
            <a:pathLst>
              <a:path w="869300" h="869300">
                <a:moveTo>
                  <a:pt x="0" y="0"/>
                </a:moveTo>
                <a:lnTo>
                  <a:pt x="869300" y="0"/>
                </a:lnTo>
                <a:lnTo>
                  <a:pt x="869300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881855" y="6096280"/>
            <a:ext cx="957907" cy="869300"/>
          </a:xfrm>
          <a:custGeom>
            <a:avLst/>
            <a:gdLst/>
            <a:ahLst/>
            <a:cxnLst/>
            <a:rect l="l" t="t" r="r" b="b"/>
            <a:pathLst>
              <a:path w="957907" h="869300">
                <a:moveTo>
                  <a:pt x="0" y="0"/>
                </a:moveTo>
                <a:lnTo>
                  <a:pt x="957907" y="0"/>
                </a:lnTo>
                <a:lnTo>
                  <a:pt x="957907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9899615" y="7343976"/>
            <a:ext cx="1292640" cy="869300"/>
          </a:xfrm>
          <a:custGeom>
            <a:avLst/>
            <a:gdLst/>
            <a:ahLst/>
            <a:cxnLst/>
            <a:rect l="l" t="t" r="r" b="b"/>
            <a:pathLst>
              <a:path w="1292640" h="869300">
                <a:moveTo>
                  <a:pt x="0" y="0"/>
                </a:moveTo>
                <a:lnTo>
                  <a:pt x="1292640" y="0"/>
                </a:lnTo>
                <a:lnTo>
                  <a:pt x="1292640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8159763" y="7343976"/>
            <a:ext cx="1246309" cy="869300"/>
          </a:xfrm>
          <a:custGeom>
            <a:avLst/>
            <a:gdLst/>
            <a:ahLst/>
            <a:cxnLst/>
            <a:rect l="l" t="t" r="r" b="b"/>
            <a:pathLst>
              <a:path w="1246309" h="869300">
                <a:moveTo>
                  <a:pt x="0" y="0"/>
                </a:moveTo>
                <a:lnTo>
                  <a:pt x="1246309" y="0"/>
                </a:lnTo>
                <a:lnTo>
                  <a:pt x="1246309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3302365" y="6088049"/>
            <a:ext cx="982260" cy="869300"/>
          </a:xfrm>
          <a:custGeom>
            <a:avLst/>
            <a:gdLst/>
            <a:ahLst/>
            <a:cxnLst/>
            <a:rect l="l" t="t" r="r" b="b"/>
            <a:pathLst>
              <a:path w="982260" h="869300">
                <a:moveTo>
                  <a:pt x="0" y="0"/>
                </a:moveTo>
                <a:lnTo>
                  <a:pt x="982260" y="0"/>
                </a:lnTo>
                <a:lnTo>
                  <a:pt x="982260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6498321" y="7343976"/>
            <a:ext cx="1069908" cy="869300"/>
          </a:xfrm>
          <a:custGeom>
            <a:avLst/>
            <a:gdLst/>
            <a:ahLst/>
            <a:cxnLst/>
            <a:rect l="l" t="t" r="r" b="b"/>
            <a:pathLst>
              <a:path w="1069908" h="869300">
                <a:moveTo>
                  <a:pt x="0" y="0"/>
                </a:moveTo>
                <a:lnTo>
                  <a:pt x="1069908" y="0"/>
                </a:lnTo>
                <a:lnTo>
                  <a:pt x="1069908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1717552" y="6056029"/>
            <a:ext cx="869300" cy="869300"/>
          </a:xfrm>
          <a:custGeom>
            <a:avLst/>
            <a:gdLst/>
            <a:ahLst/>
            <a:cxnLst/>
            <a:rect l="l" t="t" r="r" b="b"/>
            <a:pathLst>
              <a:path w="869300" h="869300">
                <a:moveTo>
                  <a:pt x="0" y="0"/>
                </a:moveTo>
                <a:lnTo>
                  <a:pt x="869301" y="0"/>
                </a:lnTo>
                <a:lnTo>
                  <a:pt x="869301" y="869301"/>
                </a:lnTo>
                <a:lnTo>
                  <a:pt x="0" y="869301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2009469" y="7343976"/>
            <a:ext cx="876974" cy="869300"/>
          </a:xfrm>
          <a:custGeom>
            <a:avLst/>
            <a:gdLst/>
            <a:ahLst/>
            <a:cxnLst/>
            <a:rect l="l" t="t" r="r" b="b"/>
            <a:pathLst>
              <a:path w="876974" h="869300">
                <a:moveTo>
                  <a:pt x="0" y="0"/>
                </a:moveTo>
                <a:lnTo>
                  <a:pt x="876973" y="0"/>
                </a:lnTo>
                <a:lnTo>
                  <a:pt x="876973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5150369" y="7343976"/>
            <a:ext cx="866041" cy="869300"/>
          </a:xfrm>
          <a:custGeom>
            <a:avLst/>
            <a:gdLst/>
            <a:ahLst/>
            <a:cxnLst/>
            <a:rect l="l" t="t" r="r" b="b"/>
            <a:pathLst>
              <a:path w="866041" h="869300">
                <a:moveTo>
                  <a:pt x="0" y="0"/>
                </a:moveTo>
                <a:lnTo>
                  <a:pt x="866040" y="0"/>
                </a:lnTo>
                <a:lnTo>
                  <a:pt x="866040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3545731" y="7343976"/>
            <a:ext cx="869300" cy="869300"/>
          </a:xfrm>
          <a:custGeom>
            <a:avLst/>
            <a:gdLst/>
            <a:ahLst/>
            <a:cxnLst/>
            <a:rect l="l" t="t" r="r" b="b"/>
            <a:pathLst>
              <a:path w="869300" h="869300">
                <a:moveTo>
                  <a:pt x="0" y="0"/>
                </a:moveTo>
                <a:lnTo>
                  <a:pt x="869301" y="0"/>
                </a:lnTo>
                <a:lnTo>
                  <a:pt x="869301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3523641" y="7343976"/>
            <a:ext cx="730212" cy="869300"/>
          </a:xfrm>
          <a:custGeom>
            <a:avLst/>
            <a:gdLst/>
            <a:ahLst/>
            <a:cxnLst/>
            <a:rect l="l" t="t" r="r" b="b"/>
            <a:pathLst>
              <a:path w="730212" h="869300">
                <a:moveTo>
                  <a:pt x="0" y="0"/>
                </a:moveTo>
                <a:lnTo>
                  <a:pt x="730212" y="0"/>
                </a:lnTo>
                <a:lnTo>
                  <a:pt x="730212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5005233" y="7305726"/>
            <a:ext cx="834528" cy="869300"/>
          </a:xfrm>
          <a:custGeom>
            <a:avLst/>
            <a:gdLst/>
            <a:ahLst/>
            <a:cxnLst/>
            <a:rect l="l" t="t" r="r" b="b"/>
            <a:pathLst>
              <a:path w="834528" h="869300">
                <a:moveTo>
                  <a:pt x="0" y="0"/>
                </a:moveTo>
                <a:lnTo>
                  <a:pt x="834529" y="0"/>
                </a:lnTo>
                <a:lnTo>
                  <a:pt x="834529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1924806" y="7343976"/>
            <a:ext cx="843584" cy="869300"/>
          </a:xfrm>
          <a:custGeom>
            <a:avLst/>
            <a:gdLst/>
            <a:ahLst/>
            <a:cxnLst/>
            <a:rect l="l" t="t" r="r" b="b"/>
            <a:pathLst>
              <a:path w="843584" h="869300">
                <a:moveTo>
                  <a:pt x="0" y="0"/>
                </a:moveTo>
                <a:lnTo>
                  <a:pt x="843584" y="0"/>
                </a:lnTo>
                <a:lnTo>
                  <a:pt x="843584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0123868" y="6056029"/>
            <a:ext cx="763898" cy="869300"/>
          </a:xfrm>
          <a:custGeom>
            <a:avLst/>
            <a:gdLst/>
            <a:ahLst/>
            <a:cxnLst/>
            <a:rect l="l" t="t" r="r" b="b"/>
            <a:pathLst>
              <a:path w="763898" h="869300">
                <a:moveTo>
                  <a:pt x="0" y="0"/>
                </a:moveTo>
                <a:lnTo>
                  <a:pt x="763898" y="0"/>
                </a:lnTo>
                <a:lnTo>
                  <a:pt x="763898" y="869301"/>
                </a:lnTo>
                <a:lnTo>
                  <a:pt x="0" y="869301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8361356" y="6088049"/>
            <a:ext cx="709566" cy="869300"/>
          </a:xfrm>
          <a:custGeom>
            <a:avLst/>
            <a:gdLst/>
            <a:ahLst/>
            <a:cxnLst/>
            <a:rect l="l" t="t" r="r" b="b"/>
            <a:pathLst>
              <a:path w="709566" h="869300">
                <a:moveTo>
                  <a:pt x="0" y="0"/>
                </a:moveTo>
                <a:lnTo>
                  <a:pt x="709567" y="0"/>
                </a:lnTo>
                <a:lnTo>
                  <a:pt x="709567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6718145" y="6104319"/>
            <a:ext cx="874068" cy="869300"/>
          </a:xfrm>
          <a:custGeom>
            <a:avLst/>
            <a:gdLst/>
            <a:ahLst/>
            <a:cxnLst/>
            <a:rect l="l" t="t" r="r" b="b"/>
            <a:pathLst>
              <a:path w="874068" h="869300">
                <a:moveTo>
                  <a:pt x="0" y="0"/>
                </a:moveTo>
                <a:lnTo>
                  <a:pt x="874068" y="0"/>
                </a:lnTo>
                <a:lnTo>
                  <a:pt x="874068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5187485" y="6104319"/>
            <a:ext cx="700873" cy="869300"/>
          </a:xfrm>
          <a:custGeom>
            <a:avLst/>
            <a:gdLst/>
            <a:ahLst/>
            <a:cxnLst/>
            <a:rect l="l" t="t" r="r" b="b"/>
            <a:pathLst>
              <a:path w="700873" h="869300">
                <a:moveTo>
                  <a:pt x="0" y="0"/>
                </a:moveTo>
                <a:lnTo>
                  <a:pt x="700873" y="0"/>
                </a:lnTo>
                <a:lnTo>
                  <a:pt x="700873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3488663" y="6104319"/>
            <a:ext cx="869300" cy="869300"/>
          </a:xfrm>
          <a:custGeom>
            <a:avLst/>
            <a:gdLst/>
            <a:ahLst/>
            <a:cxnLst/>
            <a:rect l="l" t="t" r="r" b="b"/>
            <a:pathLst>
              <a:path w="869300" h="869300">
                <a:moveTo>
                  <a:pt x="0" y="0"/>
                </a:moveTo>
                <a:lnTo>
                  <a:pt x="869301" y="0"/>
                </a:lnTo>
                <a:lnTo>
                  <a:pt x="869301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8288009" y="4886834"/>
            <a:ext cx="856261" cy="869300"/>
          </a:xfrm>
          <a:custGeom>
            <a:avLst/>
            <a:gdLst/>
            <a:ahLst/>
            <a:cxnLst/>
            <a:rect l="l" t="t" r="r" b="b"/>
            <a:pathLst>
              <a:path w="856261" h="869300">
                <a:moveTo>
                  <a:pt x="0" y="0"/>
                </a:moveTo>
                <a:lnTo>
                  <a:pt x="856261" y="0"/>
                </a:lnTo>
                <a:lnTo>
                  <a:pt x="856261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2013505" y="6115405"/>
            <a:ext cx="872938" cy="869300"/>
          </a:xfrm>
          <a:custGeom>
            <a:avLst/>
            <a:gdLst/>
            <a:ahLst/>
            <a:cxnLst/>
            <a:rect l="l" t="t" r="r" b="b"/>
            <a:pathLst>
              <a:path w="872938" h="869300">
                <a:moveTo>
                  <a:pt x="0" y="0"/>
                </a:moveTo>
                <a:lnTo>
                  <a:pt x="872937" y="0"/>
                </a:lnTo>
                <a:lnTo>
                  <a:pt x="872937" y="869300"/>
                </a:lnTo>
                <a:lnTo>
                  <a:pt x="0" y="869300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8783095" y="3071646"/>
            <a:ext cx="721810" cy="181928"/>
            <a:chOff x="0" y="0"/>
            <a:chExt cx="962414" cy="24257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2570" cy="242570"/>
              <a:chOff x="0" y="0"/>
              <a:chExt cx="130677" cy="13067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56870" y="0"/>
              <a:ext cx="242570" cy="242570"/>
              <a:chOff x="0" y="0"/>
              <a:chExt cx="130677" cy="13067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19844" y="0"/>
              <a:ext cx="242570" cy="242570"/>
              <a:chOff x="0" y="0"/>
              <a:chExt cx="130677" cy="13067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2948620" y="6186872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84017" y="6186872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026048" y="7490554"/>
            <a:ext cx="1233252" cy="1047750"/>
          </a:xfrm>
          <a:custGeom>
            <a:avLst/>
            <a:gdLst/>
            <a:ahLst/>
            <a:cxnLst/>
            <a:rect l="l" t="t" r="r" b="b"/>
            <a:pathLst>
              <a:path w="1233252" h="1047750">
                <a:moveTo>
                  <a:pt x="0" y="0"/>
                </a:moveTo>
                <a:lnTo>
                  <a:pt x="1233252" y="0"/>
                </a:lnTo>
                <a:lnTo>
                  <a:pt x="1233252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620539" y="6186872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022291" y="7490554"/>
            <a:ext cx="1143000" cy="1047750"/>
          </a:xfrm>
          <a:custGeom>
            <a:avLst/>
            <a:gdLst/>
            <a:ahLst/>
            <a:cxnLst/>
            <a:rect l="l" t="t" r="r" b="b"/>
            <a:pathLst>
              <a:path w="1143000" h="1047750">
                <a:moveTo>
                  <a:pt x="0" y="0"/>
                </a:moveTo>
                <a:lnTo>
                  <a:pt x="1143000" y="0"/>
                </a:lnTo>
                <a:lnTo>
                  <a:pt x="114300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305699" y="6186872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4603423" y="6186872"/>
            <a:ext cx="1035526" cy="1047750"/>
          </a:xfrm>
          <a:custGeom>
            <a:avLst/>
            <a:gdLst/>
            <a:ahLst/>
            <a:cxnLst/>
            <a:rect l="l" t="t" r="r" b="b"/>
            <a:pathLst>
              <a:path w="1035526" h="1047750">
                <a:moveTo>
                  <a:pt x="0" y="0"/>
                </a:moveTo>
                <a:lnTo>
                  <a:pt x="1035526" y="0"/>
                </a:lnTo>
                <a:lnTo>
                  <a:pt x="103552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305699" y="7490554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3528736" y="4538195"/>
            <a:ext cx="847368" cy="1047750"/>
          </a:xfrm>
          <a:custGeom>
            <a:avLst/>
            <a:gdLst/>
            <a:ahLst/>
            <a:cxnLst/>
            <a:rect l="l" t="t" r="r" b="b"/>
            <a:pathLst>
              <a:path w="847368" h="1047750">
                <a:moveTo>
                  <a:pt x="0" y="0"/>
                </a:moveTo>
                <a:lnTo>
                  <a:pt x="847367" y="0"/>
                </a:lnTo>
                <a:lnTo>
                  <a:pt x="847367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3857112" y="7490554"/>
            <a:ext cx="1326266" cy="1047750"/>
          </a:xfrm>
          <a:custGeom>
            <a:avLst/>
            <a:gdLst/>
            <a:ahLst/>
            <a:cxnLst/>
            <a:rect l="l" t="t" r="r" b="b"/>
            <a:pathLst>
              <a:path w="1326266" h="1047750">
                <a:moveTo>
                  <a:pt x="0" y="0"/>
                </a:moveTo>
                <a:lnTo>
                  <a:pt x="1326266" y="0"/>
                </a:lnTo>
                <a:lnTo>
                  <a:pt x="132626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350973" y="6186872"/>
            <a:ext cx="1000165" cy="1047750"/>
          </a:xfrm>
          <a:custGeom>
            <a:avLst/>
            <a:gdLst/>
            <a:ahLst/>
            <a:cxnLst/>
            <a:rect l="l" t="t" r="r" b="b"/>
            <a:pathLst>
              <a:path w="1000165" h="1047750">
                <a:moveTo>
                  <a:pt x="0" y="0"/>
                </a:moveTo>
                <a:lnTo>
                  <a:pt x="1000165" y="0"/>
                </a:lnTo>
                <a:lnTo>
                  <a:pt x="100016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4480276" y="7490554"/>
            <a:ext cx="1053898" cy="1047750"/>
          </a:xfrm>
          <a:custGeom>
            <a:avLst/>
            <a:gdLst/>
            <a:ahLst/>
            <a:cxnLst/>
            <a:rect l="l" t="t" r="r" b="b"/>
            <a:pathLst>
              <a:path w="1053898" h="1047750">
                <a:moveTo>
                  <a:pt x="0" y="0"/>
                </a:moveTo>
                <a:lnTo>
                  <a:pt x="1053898" y="0"/>
                </a:lnTo>
                <a:lnTo>
                  <a:pt x="105389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9821963" y="6186872"/>
            <a:ext cx="867013" cy="1047750"/>
          </a:xfrm>
          <a:custGeom>
            <a:avLst/>
            <a:gdLst/>
            <a:ahLst/>
            <a:cxnLst/>
            <a:rect l="l" t="t" r="r" b="b"/>
            <a:pathLst>
              <a:path w="867013" h="1047750">
                <a:moveTo>
                  <a:pt x="0" y="0"/>
                </a:moveTo>
                <a:lnTo>
                  <a:pt x="867013" y="0"/>
                </a:lnTo>
                <a:lnTo>
                  <a:pt x="867013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020199" y="6186872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9941313" y="7490554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1827263" y="7490554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7947066" y="4538195"/>
            <a:ext cx="1194017" cy="1047750"/>
          </a:xfrm>
          <a:custGeom>
            <a:avLst/>
            <a:gdLst/>
            <a:ahLst/>
            <a:cxnLst/>
            <a:rect l="l" t="t" r="r" b="b"/>
            <a:pathLst>
              <a:path w="1194017" h="1047750">
                <a:moveTo>
                  <a:pt x="0" y="0"/>
                </a:moveTo>
                <a:lnTo>
                  <a:pt x="1194017" y="0"/>
                </a:lnTo>
                <a:lnTo>
                  <a:pt x="1194017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4623158" y="4538195"/>
            <a:ext cx="1045131" cy="1047750"/>
          </a:xfrm>
          <a:custGeom>
            <a:avLst/>
            <a:gdLst/>
            <a:ahLst/>
            <a:cxnLst/>
            <a:rect l="l" t="t" r="r" b="b"/>
            <a:pathLst>
              <a:path w="1045131" h="1047750">
                <a:moveTo>
                  <a:pt x="0" y="0"/>
                </a:moveTo>
                <a:lnTo>
                  <a:pt x="1045131" y="0"/>
                </a:lnTo>
                <a:lnTo>
                  <a:pt x="1045131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220689" y="4548393"/>
            <a:ext cx="1011079" cy="1047750"/>
          </a:xfrm>
          <a:custGeom>
            <a:avLst/>
            <a:gdLst/>
            <a:ahLst/>
            <a:cxnLst/>
            <a:rect l="l" t="t" r="r" b="b"/>
            <a:pathLst>
              <a:path w="1011079" h="1047750">
                <a:moveTo>
                  <a:pt x="0" y="0"/>
                </a:moveTo>
                <a:lnTo>
                  <a:pt x="1011078" y="0"/>
                </a:lnTo>
                <a:lnTo>
                  <a:pt x="101107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4928553" y="4538195"/>
            <a:ext cx="912852" cy="1047750"/>
          </a:xfrm>
          <a:custGeom>
            <a:avLst/>
            <a:gdLst/>
            <a:ahLst/>
            <a:cxnLst/>
            <a:rect l="l" t="t" r="r" b="b"/>
            <a:pathLst>
              <a:path w="912852" h="1047750">
                <a:moveTo>
                  <a:pt x="0" y="0"/>
                </a:moveTo>
                <a:lnTo>
                  <a:pt x="912853" y="0"/>
                </a:lnTo>
                <a:lnTo>
                  <a:pt x="912853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2782647" y="6186872"/>
            <a:ext cx="1220701" cy="971983"/>
          </a:xfrm>
          <a:custGeom>
            <a:avLst/>
            <a:gdLst/>
            <a:ahLst/>
            <a:cxnLst/>
            <a:rect l="l" t="t" r="r" b="b"/>
            <a:pathLst>
              <a:path w="1220701" h="971983">
                <a:moveTo>
                  <a:pt x="0" y="0"/>
                </a:moveTo>
                <a:lnTo>
                  <a:pt x="1220701" y="0"/>
                </a:lnTo>
                <a:lnTo>
                  <a:pt x="1220701" y="971983"/>
                </a:lnTo>
                <a:lnTo>
                  <a:pt x="0" y="971983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2124989" y="4557152"/>
            <a:ext cx="851297" cy="1047750"/>
          </a:xfrm>
          <a:custGeom>
            <a:avLst/>
            <a:gdLst/>
            <a:ahLst/>
            <a:cxnLst/>
            <a:rect l="l" t="t" r="r" b="b"/>
            <a:pathLst>
              <a:path w="851297" h="1047750">
                <a:moveTo>
                  <a:pt x="0" y="0"/>
                </a:moveTo>
                <a:lnTo>
                  <a:pt x="851297" y="0"/>
                </a:lnTo>
                <a:lnTo>
                  <a:pt x="851297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6441481" y="4548393"/>
            <a:ext cx="810260" cy="1047750"/>
          </a:xfrm>
          <a:custGeom>
            <a:avLst/>
            <a:gdLst/>
            <a:ahLst/>
            <a:cxnLst/>
            <a:rect l="l" t="t" r="r" b="b"/>
            <a:pathLst>
              <a:path w="810260" h="1047750">
                <a:moveTo>
                  <a:pt x="0" y="0"/>
                </a:moveTo>
                <a:lnTo>
                  <a:pt x="810260" y="0"/>
                </a:lnTo>
                <a:lnTo>
                  <a:pt x="81026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631210" y="4557152"/>
            <a:ext cx="794980" cy="1047750"/>
          </a:xfrm>
          <a:custGeom>
            <a:avLst/>
            <a:gdLst/>
            <a:ahLst/>
            <a:cxnLst/>
            <a:rect l="l" t="t" r="r" b="b"/>
            <a:pathLst>
              <a:path w="794980" h="1047750">
                <a:moveTo>
                  <a:pt x="0" y="0"/>
                </a:moveTo>
                <a:lnTo>
                  <a:pt x="794980" y="0"/>
                </a:lnTo>
                <a:lnTo>
                  <a:pt x="79498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1416021" y="4557152"/>
            <a:ext cx="935117" cy="1047750"/>
          </a:xfrm>
          <a:custGeom>
            <a:avLst/>
            <a:gdLst/>
            <a:ahLst/>
            <a:cxnLst/>
            <a:rect l="l" t="t" r="r" b="b"/>
            <a:pathLst>
              <a:path w="935117" h="1047750">
                <a:moveTo>
                  <a:pt x="0" y="0"/>
                </a:moveTo>
                <a:lnTo>
                  <a:pt x="935117" y="0"/>
                </a:lnTo>
                <a:lnTo>
                  <a:pt x="935117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9756135" y="4539634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2948620" y="4557152"/>
            <a:ext cx="1122088" cy="1047750"/>
          </a:xfrm>
          <a:custGeom>
            <a:avLst/>
            <a:gdLst/>
            <a:ahLst/>
            <a:cxnLst/>
            <a:rect l="l" t="t" r="r" b="b"/>
            <a:pathLst>
              <a:path w="1122088" h="1047750">
                <a:moveTo>
                  <a:pt x="0" y="0"/>
                </a:moveTo>
                <a:lnTo>
                  <a:pt x="1122088" y="0"/>
                </a:lnTo>
                <a:lnTo>
                  <a:pt x="112208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2550637" y="7490554"/>
            <a:ext cx="1301553" cy="1047750"/>
          </a:xfrm>
          <a:custGeom>
            <a:avLst/>
            <a:gdLst/>
            <a:ahLst/>
            <a:cxnLst/>
            <a:rect l="l" t="t" r="r" b="b"/>
            <a:pathLst>
              <a:path w="1301553" h="1047750">
                <a:moveTo>
                  <a:pt x="0" y="0"/>
                </a:moveTo>
                <a:lnTo>
                  <a:pt x="1301553" y="0"/>
                </a:lnTo>
                <a:lnTo>
                  <a:pt x="1301553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589930" y="7490554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589930" y="6111105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1892091" y="1704188"/>
            <a:ext cx="14539901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59"/>
              </a:lnSpc>
              <a:spcBef>
                <a:spcPct val="0"/>
              </a:spcBef>
            </a:pPr>
            <a:r>
              <a:rPr lang="en-US" sz="5999" b="1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Rare Diseas</a:t>
            </a:r>
            <a:r>
              <a:rPr lang="en-US" sz="5999" b="1" u="none" strike="noStrike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es &amp; Neurology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840159" y="3535515"/>
            <a:ext cx="10650263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 Light Background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8783095" y="3071646"/>
            <a:ext cx="721810" cy="181928"/>
            <a:chOff x="0" y="0"/>
            <a:chExt cx="962414" cy="24257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2570" cy="242570"/>
              <a:chOff x="0" y="0"/>
              <a:chExt cx="130677" cy="13067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56870" y="0"/>
              <a:ext cx="242570" cy="242570"/>
              <a:chOff x="0" y="0"/>
              <a:chExt cx="130677" cy="13067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19844" y="0"/>
              <a:ext cx="242570" cy="242570"/>
              <a:chOff x="0" y="0"/>
              <a:chExt cx="130677" cy="13067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892091" y="1704188"/>
            <a:ext cx="14539901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59"/>
              </a:lnSpc>
              <a:spcBef>
                <a:spcPct val="0"/>
              </a:spcBef>
            </a:pPr>
            <a:r>
              <a:rPr lang="en-US" sz="5999" b="1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Rare Diseas</a:t>
            </a:r>
            <a:r>
              <a:rPr lang="en-US" sz="5999" b="1" u="none" strike="noStrike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es &amp; Neurology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40159" y="3535515"/>
            <a:ext cx="10650263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 Dark Background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89930" y="4539634"/>
            <a:ext cx="16669370" cy="3998670"/>
            <a:chOff x="0" y="0"/>
            <a:chExt cx="1747114" cy="419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47114" cy="419100"/>
            </a:xfrm>
            <a:custGeom>
              <a:avLst/>
              <a:gdLst/>
              <a:ahLst/>
              <a:cxnLst/>
              <a:rect l="l" t="t" r="r" b="b"/>
              <a:pathLst>
                <a:path w="1747114" h="419100">
                  <a:moveTo>
                    <a:pt x="9071" y="0"/>
                  </a:moveTo>
                  <a:lnTo>
                    <a:pt x="1738043" y="0"/>
                  </a:lnTo>
                  <a:cubicBezTo>
                    <a:pt x="1740449" y="0"/>
                    <a:pt x="1742756" y="956"/>
                    <a:pt x="1744457" y="2657"/>
                  </a:cubicBezTo>
                  <a:cubicBezTo>
                    <a:pt x="1746159" y="4358"/>
                    <a:pt x="1747114" y="6665"/>
                    <a:pt x="1747114" y="9071"/>
                  </a:cubicBezTo>
                  <a:lnTo>
                    <a:pt x="1747114" y="410029"/>
                  </a:lnTo>
                  <a:cubicBezTo>
                    <a:pt x="1747114" y="412435"/>
                    <a:pt x="1746159" y="414742"/>
                    <a:pt x="1744457" y="416443"/>
                  </a:cubicBezTo>
                  <a:cubicBezTo>
                    <a:pt x="1742756" y="418144"/>
                    <a:pt x="1740449" y="419100"/>
                    <a:pt x="1738043" y="419100"/>
                  </a:cubicBezTo>
                  <a:lnTo>
                    <a:pt x="9071" y="419100"/>
                  </a:lnTo>
                  <a:cubicBezTo>
                    <a:pt x="6665" y="419100"/>
                    <a:pt x="4358" y="418144"/>
                    <a:pt x="2657" y="416443"/>
                  </a:cubicBezTo>
                  <a:cubicBezTo>
                    <a:pt x="956" y="414742"/>
                    <a:pt x="0" y="412435"/>
                    <a:pt x="0" y="410029"/>
                  </a:cubicBezTo>
                  <a:lnTo>
                    <a:pt x="0" y="9071"/>
                  </a:lnTo>
                  <a:cubicBezTo>
                    <a:pt x="0" y="6665"/>
                    <a:pt x="956" y="4358"/>
                    <a:pt x="2657" y="2657"/>
                  </a:cubicBezTo>
                  <a:cubicBezTo>
                    <a:pt x="4358" y="956"/>
                    <a:pt x="6665" y="0"/>
                    <a:pt x="90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2191">
                    <a:alpha val="100000"/>
                  </a:srgbClr>
                </a:gs>
                <a:gs pos="100000">
                  <a:srgbClr val="4C005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747114" cy="485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2164011" y="6256104"/>
            <a:ext cx="843457" cy="843457"/>
          </a:xfrm>
          <a:custGeom>
            <a:avLst/>
            <a:gdLst/>
            <a:ahLst/>
            <a:cxnLst/>
            <a:rect l="l" t="t" r="r" b="b"/>
            <a:pathLst>
              <a:path w="843457" h="843457">
                <a:moveTo>
                  <a:pt x="0" y="0"/>
                </a:moveTo>
                <a:lnTo>
                  <a:pt x="843457" y="0"/>
                </a:lnTo>
                <a:lnTo>
                  <a:pt x="843457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4768564" y="6256104"/>
            <a:ext cx="843457" cy="843457"/>
          </a:xfrm>
          <a:custGeom>
            <a:avLst/>
            <a:gdLst/>
            <a:ahLst/>
            <a:cxnLst/>
            <a:rect l="l" t="t" r="r" b="b"/>
            <a:pathLst>
              <a:path w="843457" h="843457">
                <a:moveTo>
                  <a:pt x="0" y="0"/>
                </a:moveTo>
                <a:lnTo>
                  <a:pt x="843457" y="0"/>
                </a:lnTo>
                <a:lnTo>
                  <a:pt x="843457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4641396" y="7305591"/>
            <a:ext cx="992790" cy="843457"/>
          </a:xfrm>
          <a:custGeom>
            <a:avLst/>
            <a:gdLst/>
            <a:ahLst/>
            <a:cxnLst/>
            <a:rect l="l" t="t" r="r" b="b"/>
            <a:pathLst>
              <a:path w="992790" h="843457">
                <a:moveTo>
                  <a:pt x="0" y="0"/>
                </a:moveTo>
                <a:lnTo>
                  <a:pt x="992789" y="0"/>
                </a:lnTo>
                <a:lnTo>
                  <a:pt x="992789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3509936" y="6256104"/>
            <a:ext cx="843457" cy="843457"/>
          </a:xfrm>
          <a:custGeom>
            <a:avLst/>
            <a:gdLst/>
            <a:ahLst/>
            <a:cxnLst/>
            <a:rect l="l" t="t" r="r" b="b"/>
            <a:pathLst>
              <a:path w="843457" h="843457">
                <a:moveTo>
                  <a:pt x="0" y="0"/>
                </a:moveTo>
                <a:lnTo>
                  <a:pt x="843457" y="0"/>
                </a:lnTo>
                <a:lnTo>
                  <a:pt x="843457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198228" y="7305591"/>
            <a:ext cx="920135" cy="843457"/>
          </a:xfrm>
          <a:custGeom>
            <a:avLst/>
            <a:gdLst/>
            <a:ahLst/>
            <a:cxnLst/>
            <a:rect l="l" t="t" r="r" b="b"/>
            <a:pathLst>
              <a:path w="920135" h="843457">
                <a:moveTo>
                  <a:pt x="0" y="0"/>
                </a:moveTo>
                <a:lnTo>
                  <a:pt x="920135" y="0"/>
                </a:lnTo>
                <a:lnTo>
                  <a:pt x="920135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6816341" y="6256104"/>
            <a:ext cx="843457" cy="843457"/>
          </a:xfrm>
          <a:custGeom>
            <a:avLst/>
            <a:gdLst/>
            <a:ahLst/>
            <a:cxnLst/>
            <a:rect l="l" t="t" r="r" b="b"/>
            <a:pathLst>
              <a:path w="843457" h="843457">
                <a:moveTo>
                  <a:pt x="0" y="0"/>
                </a:moveTo>
                <a:lnTo>
                  <a:pt x="843457" y="0"/>
                </a:lnTo>
                <a:lnTo>
                  <a:pt x="843457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445978" y="6256104"/>
            <a:ext cx="833617" cy="843457"/>
          </a:xfrm>
          <a:custGeom>
            <a:avLst/>
            <a:gdLst/>
            <a:ahLst/>
            <a:cxnLst/>
            <a:rect l="l" t="t" r="r" b="b"/>
            <a:pathLst>
              <a:path w="833617" h="843457">
                <a:moveTo>
                  <a:pt x="0" y="0"/>
                </a:moveTo>
                <a:lnTo>
                  <a:pt x="833617" y="0"/>
                </a:lnTo>
                <a:lnTo>
                  <a:pt x="833617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816341" y="7305591"/>
            <a:ext cx="843457" cy="843457"/>
          </a:xfrm>
          <a:custGeom>
            <a:avLst/>
            <a:gdLst/>
            <a:ahLst/>
            <a:cxnLst/>
            <a:rect l="l" t="t" r="r" b="b"/>
            <a:pathLst>
              <a:path w="843457" h="843457">
                <a:moveTo>
                  <a:pt x="0" y="0"/>
                </a:moveTo>
                <a:lnTo>
                  <a:pt x="843457" y="0"/>
                </a:lnTo>
                <a:lnTo>
                  <a:pt x="843457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4580836" y="4928889"/>
            <a:ext cx="682146" cy="843457"/>
          </a:xfrm>
          <a:custGeom>
            <a:avLst/>
            <a:gdLst/>
            <a:ahLst/>
            <a:cxnLst/>
            <a:rect l="l" t="t" r="r" b="b"/>
            <a:pathLst>
              <a:path w="682146" h="843457">
                <a:moveTo>
                  <a:pt x="0" y="0"/>
                </a:moveTo>
                <a:lnTo>
                  <a:pt x="682146" y="0"/>
                </a:lnTo>
                <a:lnTo>
                  <a:pt x="682146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2895363" y="7305591"/>
            <a:ext cx="1067668" cy="843457"/>
          </a:xfrm>
          <a:custGeom>
            <a:avLst/>
            <a:gdLst/>
            <a:ahLst/>
            <a:cxnLst/>
            <a:rect l="l" t="t" r="r" b="b"/>
            <a:pathLst>
              <a:path w="1067668" h="843457">
                <a:moveTo>
                  <a:pt x="0" y="0"/>
                </a:moveTo>
                <a:lnTo>
                  <a:pt x="1067668" y="0"/>
                </a:lnTo>
                <a:lnTo>
                  <a:pt x="1067668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0877877" y="6256104"/>
            <a:ext cx="805150" cy="843457"/>
          </a:xfrm>
          <a:custGeom>
            <a:avLst/>
            <a:gdLst/>
            <a:ahLst/>
            <a:cxnLst/>
            <a:rect l="l" t="t" r="r" b="b"/>
            <a:pathLst>
              <a:path w="805150" h="843457">
                <a:moveTo>
                  <a:pt x="0" y="0"/>
                </a:moveTo>
                <a:lnTo>
                  <a:pt x="805150" y="0"/>
                </a:lnTo>
                <a:lnTo>
                  <a:pt x="805150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5346843" y="7305591"/>
            <a:ext cx="848407" cy="843457"/>
          </a:xfrm>
          <a:custGeom>
            <a:avLst/>
            <a:gdLst/>
            <a:ahLst/>
            <a:cxnLst/>
            <a:rect l="l" t="t" r="r" b="b"/>
            <a:pathLst>
              <a:path w="848407" h="843457">
                <a:moveTo>
                  <a:pt x="0" y="0"/>
                </a:moveTo>
                <a:lnTo>
                  <a:pt x="848407" y="0"/>
                </a:lnTo>
                <a:lnTo>
                  <a:pt x="848407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9646996" y="6256104"/>
            <a:ext cx="697961" cy="843457"/>
          </a:xfrm>
          <a:custGeom>
            <a:avLst/>
            <a:gdLst/>
            <a:ahLst/>
            <a:cxnLst/>
            <a:rect l="l" t="t" r="r" b="b"/>
            <a:pathLst>
              <a:path w="697961" h="843457">
                <a:moveTo>
                  <a:pt x="0" y="0"/>
                </a:moveTo>
                <a:lnTo>
                  <a:pt x="697961" y="0"/>
                </a:lnTo>
                <a:lnTo>
                  <a:pt x="697961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8196544" y="6256104"/>
            <a:ext cx="843457" cy="843457"/>
          </a:xfrm>
          <a:custGeom>
            <a:avLst/>
            <a:gdLst/>
            <a:ahLst/>
            <a:cxnLst/>
            <a:rect l="l" t="t" r="r" b="b"/>
            <a:pathLst>
              <a:path w="843457" h="843457">
                <a:moveTo>
                  <a:pt x="0" y="0"/>
                </a:moveTo>
                <a:lnTo>
                  <a:pt x="843458" y="0"/>
                </a:lnTo>
                <a:lnTo>
                  <a:pt x="843458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9743075" y="7305591"/>
            <a:ext cx="843457" cy="843457"/>
          </a:xfrm>
          <a:custGeom>
            <a:avLst/>
            <a:gdLst/>
            <a:ahLst/>
            <a:cxnLst/>
            <a:rect l="l" t="t" r="r" b="b"/>
            <a:pathLst>
              <a:path w="843457" h="843457">
                <a:moveTo>
                  <a:pt x="0" y="0"/>
                </a:moveTo>
                <a:lnTo>
                  <a:pt x="843457" y="0"/>
                </a:lnTo>
                <a:lnTo>
                  <a:pt x="843457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1261298" y="7305591"/>
            <a:ext cx="843457" cy="843457"/>
          </a:xfrm>
          <a:custGeom>
            <a:avLst/>
            <a:gdLst/>
            <a:ahLst/>
            <a:cxnLst/>
            <a:rect l="l" t="t" r="r" b="b"/>
            <a:pathLst>
              <a:path w="843457" h="843457">
                <a:moveTo>
                  <a:pt x="0" y="0"/>
                </a:moveTo>
                <a:lnTo>
                  <a:pt x="843458" y="0"/>
                </a:lnTo>
                <a:lnTo>
                  <a:pt x="843458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8137670" y="4928889"/>
            <a:ext cx="961205" cy="843457"/>
          </a:xfrm>
          <a:custGeom>
            <a:avLst/>
            <a:gdLst/>
            <a:ahLst/>
            <a:cxnLst/>
            <a:rect l="l" t="t" r="r" b="b"/>
            <a:pathLst>
              <a:path w="961205" h="843457">
                <a:moveTo>
                  <a:pt x="0" y="0"/>
                </a:moveTo>
                <a:lnTo>
                  <a:pt x="961205" y="0"/>
                </a:lnTo>
                <a:lnTo>
                  <a:pt x="961205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3512044" y="4928889"/>
            <a:ext cx="841349" cy="843457"/>
          </a:xfrm>
          <a:custGeom>
            <a:avLst/>
            <a:gdLst/>
            <a:ahLst/>
            <a:cxnLst/>
            <a:rect l="l" t="t" r="r" b="b"/>
            <a:pathLst>
              <a:path w="841349" h="843457">
                <a:moveTo>
                  <a:pt x="0" y="0"/>
                </a:moveTo>
                <a:lnTo>
                  <a:pt x="841349" y="0"/>
                </a:lnTo>
                <a:lnTo>
                  <a:pt x="841349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4798085" y="4937099"/>
            <a:ext cx="813936" cy="843457"/>
          </a:xfrm>
          <a:custGeom>
            <a:avLst/>
            <a:gdLst/>
            <a:ahLst/>
            <a:cxnLst/>
            <a:rect l="l" t="t" r="r" b="b"/>
            <a:pathLst>
              <a:path w="813936" h="843457">
                <a:moveTo>
                  <a:pt x="0" y="0"/>
                </a:moveTo>
                <a:lnTo>
                  <a:pt x="813936" y="0"/>
                </a:lnTo>
                <a:lnTo>
                  <a:pt x="813936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5707714" y="4928889"/>
            <a:ext cx="734862" cy="843457"/>
          </a:xfrm>
          <a:custGeom>
            <a:avLst/>
            <a:gdLst/>
            <a:ahLst/>
            <a:cxnLst/>
            <a:rect l="l" t="t" r="r" b="b"/>
            <a:pathLst>
              <a:path w="734862" h="843457">
                <a:moveTo>
                  <a:pt x="0" y="0"/>
                </a:moveTo>
                <a:lnTo>
                  <a:pt x="734862" y="0"/>
                </a:lnTo>
                <a:lnTo>
                  <a:pt x="734862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3980221" y="6256104"/>
            <a:ext cx="982686" cy="782464"/>
          </a:xfrm>
          <a:custGeom>
            <a:avLst/>
            <a:gdLst/>
            <a:ahLst/>
            <a:cxnLst/>
            <a:rect l="l" t="t" r="r" b="b"/>
            <a:pathLst>
              <a:path w="982686" h="782464">
                <a:moveTo>
                  <a:pt x="0" y="0"/>
                </a:moveTo>
                <a:lnTo>
                  <a:pt x="982686" y="0"/>
                </a:lnTo>
                <a:lnTo>
                  <a:pt x="982686" y="782464"/>
                </a:lnTo>
                <a:lnTo>
                  <a:pt x="0" y="782464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3450794" y="4944150"/>
            <a:ext cx="685309" cy="843457"/>
          </a:xfrm>
          <a:custGeom>
            <a:avLst/>
            <a:gdLst/>
            <a:ahLst/>
            <a:cxnLst/>
            <a:rect l="l" t="t" r="r" b="b"/>
            <a:pathLst>
              <a:path w="685309" h="843457">
                <a:moveTo>
                  <a:pt x="0" y="0"/>
                </a:moveTo>
                <a:lnTo>
                  <a:pt x="685310" y="0"/>
                </a:lnTo>
                <a:lnTo>
                  <a:pt x="685310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6925647" y="4937099"/>
            <a:ext cx="652274" cy="843457"/>
          </a:xfrm>
          <a:custGeom>
            <a:avLst/>
            <a:gdLst/>
            <a:ahLst/>
            <a:cxnLst/>
            <a:rect l="l" t="t" r="r" b="b"/>
            <a:pathLst>
              <a:path w="652274" h="843457">
                <a:moveTo>
                  <a:pt x="0" y="0"/>
                </a:moveTo>
                <a:lnTo>
                  <a:pt x="652274" y="0"/>
                </a:lnTo>
                <a:lnTo>
                  <a:pt x="652274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2248276" y="4944150"/>
            <a:ext cx="639973" cy="843457"/>
          </a:xfrm>
          <a:custGeom>
            <a:avLst/>
            <a:gdLst/>
            <a:ahLst/>
            <a:cxnLst/>
            <a:rect l="l" t="t" r="r" b="b"/>
            <a:pathLst>
              <a:path w="639973" h="843457">
                <a:moveTo>
                  <a:pt x="0" y="0"/>
                </a:moveTo>
                <a:lnTo>
                  <a:pt x="639973" y="0"/>
                </a:lnTo>
                <a:lnTo>
                  <a:pt x="639973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0930241" y="4944150"/>
            <a:ext cx="752786" cy="843457"/>
          </a:xfrm>
          <a:custGeom>
            <a:avLst/>
            <a:gdLst/>
            <a:ahLst/>
            <a:cxnLst/>
            <a:rect l="l" t="t" r="r" b="b"/>
            <a:pathLst>
              <a:path w="752786" h="843457">
                <a:moveTo>
                  <a:pt x="0" y="0"/>
                </a:moveTo>
                <a:lnTo>
                  <a:pt x="752786" y="0"/>
                </a:lnTo>
                <a:lnTo>
                  <a:pt x="752786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9594004" y="4930048"/>
            <a:ext cx="843457" cy="843457"/>
          </a:xfrm>
          <a:custGeom>
            <a:avLst/>
            <a:gdLst/>
            <a:ahLst/>
            <a:cxnLst/>
            <a:rect l="l" t="t" r="r" b="b"/>
            <a:pathLst>
              <a:path w="843457" h="843457">
                <a:moveTo>
                  <a:pt x="0" y="0"/>
                </a:moveTo>
                <a:lnTo>
                  <a:pt x="843457" y="0"/>
                </a:lnTo>
                <a:lnTo>
                  <a:pt x="843457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2164011" y="4944150"/>
            <a:ext cx="903301" cy="843457"/>
          </a:xfrm>
          <a:custGeom>
            <a:avLst/>
            <a:gdLst/>
            <a:ahLst/>
            <a:cxnLst/>
            <a:rect l="l" t="t" r="r" b="b"/>
            <a:pathLst>
              <a:path w="903301" h="843457">
                <a:moveTo>
                  <a:pt x="0" y="0"/>
                </a:moveTo>
                <a:lnTo>
                  <a:pt x="903301" y="0"/>
                </a:lnTo>
                <a:lnTo>
                  <a:pt x="903301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3793449" y="7305591"/>
            <a:ext cx="1047773" cy="843457"/>
          </a:xfrm>
          <a:custGeom>
            <a:avLst/>
            <a:gdLst/>
            <a:ahLst/>
            <a:cxnLst/>
            <a:rect l="l" t="t" r="r" b="b"/>
            <a:pathLst>
              <a:path w="1047773" h="843457">
                <a:moveTo>
                  <a:pt x="0" y="0"/>
                </a:moveTo>
                <a:lnTo>
                  <a:pt x="1047773" y="0"/>
                </a:lnTo>
                <a:lnTo>
                  <a:pt x="1047773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2215045" y="7305591"/>
            <a:ext cx="843457" cy="843457"/>
          </a:xfrm>
          <a:custGeom>
            <a:avLst/>
            <a:gdLst/>
            <a:ahLst/>
            <a:cxnLst/>
            <a:rect l="l" t="t" r="r" b="b"/>
            <a:pathLst>
              <a:path w="843457" h="843457">
                <a:moveTo>
                  <a:pt x="0" y="0"/>
                </a:moveTo>
                <a:lnTo>
                  <a:pt x="843457" y="0"/>
                </a:lnTo>
                <a:lnTo>
                  <a:pt x="843457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2215045" y="6195110"/>
            <a:ext cx="843457" cy="843457"/>
          </a:xfrm>
          <a:custGeom>
            <a:avLst/>
            <a:gdLst/>
            <a:ahLst/>
            <a:cxnLst/>
            <a:rect l="l" t="t" r="r" b="b"/>
            <a:pathLst>
              <a:path w="843457" h="843457">
                <a:moveTo>
                  <a:pt x="0" y="0"/>
                </a:moveTo>
                <a:lnTo>
                  <a:pt x="843457" y="0"/>
                </a:lnTo>
                <a:lnTo>
                  <a:pt x="843457" y="843458"/>
                </a:lnTo>
                <a:lnTo>
                  <a:pt x="0" y="843458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8783095" y="3071646"/>
            <a:ext cx="721810" cy="181928"/>
            <a:chOff x="0" y="0"/>
            <a:chExt cx="962414" cy="24257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2570" cy="242570"/>
              <a:chOff x="0" y="0"/>
              <a:chExt cx="130677" cy="13067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56870" y="0"/>
              <a:ext cx="242570" cy="242570"/>
              <a:chOff x="0" y="0"/>
              <a:chExt cx="130677" cy="13067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19844" y="0"/>
              <a:ext cx="242570" cy="242570"/>
              <a:chOff x="0" y="0"/>
              <a:chExt cx="130677" cy="13067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6245602" y="7521747"/>
            <a:ext cx="1013698" cy="1047750"/>
          </a:xfrm>
          <a:custGeom>
            <a:avLst/>
            <a:gdLst/>
            <a:ahLst/>
            <a:cxnLst/>
            <a:rect l="l" t="t" r="r" b="b"/>
            <a:pathLst>
              <a:path w="1013698" h="1047750">
                <a:moveTo>
                  <a:pt x="0" y="0"/>
                </a:moveTo>
                <a:lnTo>
                  <a:pt x="1013698" y="0"/>
                </a:lnTo>
                <a:lnTo>
                  <a:pt x="101369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759943" y="6058209"/>
            <a:ext cx="1082946" cy="1047750"/>
          </a:xfrm>
          <a:custGeom>
            <a:avLst/>
            <a:gdLst/>
            <a:ahLst/>
            <a:cxnLst/>
            <a:rect l="l" t="t" r="r" b="b"/>
            <a:pathLst>
              <a:path w="1082946" h="1047750">
                <a:moveTo>
                  <a:pt x="0" y="0"/>
                </a:moveTo>
                <a:lnTo>
                  <a:pt x="1082946" y="0"/>
                </a:lnTo>
                <a:lnTo>
                  <a:pt x="108294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399010" y="4557048"/>
            <a:ext cx="1230837" cy="1047750"/>
          </a:xfrm>
          <a:custGeom>
            <a:avLst/>
            <a:gdLst/>
            <a:ahLst/>
            <a:cxnLst/>
            <a:rect l="l" t="t" r="r" b="b"/>
            <a:pathLst>
              <a:path w="1230837" h="1047750">
                <a:moveTo>
                  <a:pt x="0" y="0"/>
                </a:moveTo>
                <a:lnTo>
                  <a:pt x="1230837" y="0"/>
                </a:lnTo>
                <a:lnTo>
                  <a:pt x="1230837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89930" y="7444452"/>
            <a:ext cx="1134375" cy="1047750"/>
          </a:xfrm>
          <a:custGeom>
            <a:avLst/>
            <a:gdLst/>
            <a:ahLst/>
            <a:cxnLst/>
            <a:rect l="l" t="t" r="r" b="b"/>
            <a:pathLst>
              <a:path w="1134375" h="1047750">
                <a:moveTo>
                  <a:pt x="0" y="0"/>
                </a:moveTo>
                <a:lnTo>
                  <a:pt x="1134375" y="0"/>
                </a:lnTo>
                <a:lnTo>
                  <a:pt x="113437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300661" y="7490554"/>
            <a:ext cx="874395" cy="1047750"/>
          </a:xfrm>
          <a:custGeom>
            <a:avLst/>
            <a:gdLst/>
            <a:ahLst/>
            <a:cxnLst/>
            <a:rect l="l" t="t" r="r" b="b"/>
            <a:pathLst>
              <a:path w="874395" h="1047750">
                <a:moveTo>
                  <a:pt x="0" y="0"/>
                </a:moveTo>
                <a:lnTo>
                  <a:pt x="874395" y="0"/>
                </a:lnTo>
                <a:lnTo>
                  <a:pt x="87439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849490" y="4610409"/>
            <a:ext cx="1012388" cy="1047750"/>
          </a:xfrm>
          <a:custGeom>
            <a:avLst/>
            <a:gdLst/>
            <a:ahLst/>
            <a:cxnLst/>
            <a:rect l="l" t="t" r="r" b="b"/>
            <a:pathLst>
              <a:path w="1012388" h="1047750">
                <a:moveTo>
                  <a:pt x="0" y="0"/>
                </a:moveTo>
                <a:lnTo>
                  <a:pt x="1012388" y="0"/>
                </a:lnTo>
                <a:lnTo>
                  <a:pt x="101238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762550" y="7490554"/>
            <a:ext cx="1012825" cy="1047750"/>
          </a:xfrm>
          <a:custGeom>
            <a:avLst/>
            <a:gdLst/>
            <a:ahLst/>
            <a:cxnLst/>
            <a:rect l="l" t="t" r="r" b="b"/>
            <a:pathLst>
              <a:path w="1012825" h="1047750">
                <a:moveTo>
                  <a:pt x="0" y="0"/>
                </a:moveTo>
                <a:lnTo>
                  <a:pt x="1012825" y="0"/>
                </a:lnTo>
                <a:lnTo>
                  <a:pt x="101282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4190102" y="4539634"/>
            <a:ext cx="1275799" cy="1047750"/>
          </a:xfrm>
          <a:custGeom>
            <a:avLst/>
            <a:gdLst/>
            <a:ahLst/>
            <a:cxnLst/>
            <a:rect l="l" t="t" r="r" b="b"/>
            <a:pathLst>
              <a:path w="1275799" h="1047750">
                <a:moveTo>
                  <a:pt x="0" y="0"/>
                </a:moveTo>
                <a:lnTo>
                  <a:pt x="1275799" y="0"/>
                </a:lnTo>
                <a:lnTo>
                  <a:pt x="1275799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144000" y="6058209"/>
            <a:ext cx="1035090" cy="1047750"/>
          </a:xfrm>
          <a:custGeom>
            <a:avLst/>
            <a:gdLst/>
            <a:ahLst/>
            <a:cxnLst/>
            <a:rect l="l" t="t" r="r" b="b"/>
            <a:pathLst>
              <a:path w="1035090" h="1047750">
                <a:moveTo>
                  <a:pt x="0" y="0"/>
                </a:moveTo>
                <a:lnTo>
                  <a:pt x="1035090" y="0"/>
                </a:lnTo>
                <a:lnTo>
                  <a:pt x="103509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274468" y="6058209"/>
            <a:ext cx="857409" cy="1047750"/>
          </a:xfrm>
          <a:custGeom>
            <a:avLst/>
            <a:gdLst/>
            <a:ahLst/>
            <a:cxnLst/>
            <a:rect l="l" t="t" r="r" b="b"/>
            <a:pathLst>
              <a:path w="857409" h="1047750">
                <a:moveTo>
                  <a:pt x="0" y="0"/>
                </a:moveTo>
                <a:lnTo>
                  <a:pt x="857409" y="0"/>
                </a:lnTo>
                <a:lnTo>
                  <a:pt x="857409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418202" y="7490554"/>
            <a:ext cx="838200" cy="1047750"/>
          </a:xfrm>
          <a:custGeom>
            <a:avLst/>
            <a:gdLst/>
            <a:ahLst/>
            <a:cxnLst/>
            <a:rect l="l" t="t" r="r" b="b"/>
            <a:pathLst>
              <a:path w="838200" h="1047750">
                <a:moveTo>
                  <a:pt x="0" y="0"/>
                </a:moveTo>
                <a:lnTo>
                  <a:pt x="838200" y="0"/>
                </a:lnTo>
                <a:lnTo>
                  <a:pt x="83820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390295" y="4557048"/>
            <a:ext cx="1106070" cy="1047750"/>
          </a:xfrm>
          <a:custGeom>
            <a:avLst/>
            <a:gdLst/>
            <a:ahLst/>
            <a:cxnLst/>
            <a:rect l="l" t="t" r="r" b="b"/>
            <a:pathLst>
              <a:path w="1106070" h="1047750">
                <a:moveTo>
                  <a:pt x="0" y="0"/>
                </a:moveTo>
                <a:lnTo>
                  <a:pt x="1106071" y="0"/>
                </a:lnTo>
                <a:lnTo>
                  <a:pt x="1106071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2423743" y="6058209"/>
            <a:ext cx="1280667" cy="1047750"/>
          </a:xfrm>
          <a:custGeom>
            <a:avLst/>
            <a:gdLst/>
            <a:ahLst/>
            <a:cxnLst/>
            <a:rect l="l" t="t" r="r" b="b"/>
            <a:pathLst>
              <a:path w="1280667" h="1047750">
                <a:moveTo>
                  <a:pt x="0" y="0"/>
                </a:moveTo>
                <a:lnTo>
                  <a:pt x="1280667" y="0"/>
                </a:lnTo>
                <a:lnTo>
                  <a:pt x="1280667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227572" y="6058209"/>
            <a:ext cx="1200860" cy="1047750"/>
          </a:xfrm>
          <a:custGeom>
            <a:avLst/>
            <a:gdLst/>
            <a:ahLst/>
            <a:cxnLst/>
            <a:rect l="l" t="t" r="r" b="b"/>
            <a:pathLst>
              <a:path w="1200860" h="1047750">
                <a:moveTo>
                  <a:pt x="0" y="0"/>
                </a:moveTo>
                <a:lnTo>
                  <a:pt x="1200860" y="0"/>
                </a:lnTo>
                <a:lnTo>
                  <a:pt x="120086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1861878" y="7490554"/>
            <a:ext cx="640874" cy="1047750"/>
          </a:xfrm>
          <a:custGeom>
            <a:avLst/>
            <a:gdLst/>
            <a:ahLst/>
            <a:cxnLst/>
            <a:rect l="l" t="t" r="r" b="b"/>
            <a:pathLst>
              <a:path w="640874" h="1047750">
                <a:moveTo>
                  <a:pt x="0" y="0"/>
                </a:moveTo>
                <a:lnTo>
                  <a:pt x="640874" y="0"/>
                </a:lnTo>
                <a:lnTo>
                  <a:pt x="640874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6228576" y="6058209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2530927" y="4572645"/>
            <a:ext cx="954326" cy="1047750"/>
          </a:xfrm>
          <a:custGeom>
            <a:avLst/>
            <a:gdLst/>
            <a:ahLst/>
            <a:cxnLst/>
            <a:rect l="l" t="t" r="r" b="b"/>
            <a:pathLst>
              <a:path w="954326" h="1047750">
                <a:moveTo>
                  <a:pt x="0" y="0"/>
                </a:moveTo>
                <a:lnTo>
                  <a:pt x="954325" y="0"/>
                </a:lnTo>
                <a:lnTo>
                  <a:pt x="95432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7777718" y="4539634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4323434" y="4557048"/>
            <a:ext cx="1122088" cy="1047750"/>
          </a:xfrm>
          <a:custGeom>
            <a:avLst/>
            <a:gdLst/>
            <a:ahLst/>
            <a:cxnLst/>
            <a:rect l="l" t="t" r="r" b="b"/>
            <a:pathLst>
              <a:path w="1122088" h="1047750">
                <a:moveTo>
                  <a:pt x="0" y="0"/>
                </a:moveTo>
                <a:lnTo>
                  <a:pt x="1122088" y="0"/>
                </a:lnTo>
                <a:lnTo>
                  <a:pt x="112208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4615397" y="7521747"/>
            <a:ext cx="1251045" cy="1047750"/>
          </a:xfrm>
          <a:custGeom>
            <a:avLst/>
            <a:gdLst/>
            <a:ahLst/>
            <a:cxnLst/>
            <a:rect l="l" t="t" r="r" b="b"/>
            <a:pathLst>
              <a:path w="1251045" h="1047750">
                <a:moveTo>
                  <a:pt x="0" y="0"/>
                </a:moveTo>
                <a:lnTo>
                  <a:pt x="1251045" y="0"/>
                </a:lnTo>
                <a:lnTo>
                  <a:pt x="125104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7383502" y="7521747"/>
            <a:ext cx="918091" cy="1047750"/>
          </a:xfrm>
          <a:custGeom>
            <a:avLst/>
            <a:gdLst/>
            <a:ahLst/>
            <a:cxnLst/>
            <a:rect l="l" t="t" r="r" b="b"/>
            <a:pathLst>
              <a:path w="918091" h="1047750">
                <a:moveTo>
                  <a:pt x="0" y="0"/>
                </a:moveTo>
                <a:lnTo>
                  <a:pt x="918091" y="0"/>
                </a:lnTo>
                <a:lnTo>
                  <a:pt x="918091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589930" y="6058209"/>
            <a:ext cx="982266" cy="1047750"/>
          </a:xfrm>
          <a:custGeom>
            <a:avLst/>
            <a:gdLst/>
            <a:ahLst/>
            <a:cxnLst/>
            <a:rect l="l" t="t" r="r" b="b"/>
            <a:pathLst>
              <a:path w="982266" h="1047750">
                <a:moveTo>
                  <a:pt x="0" y="0"/>
                </a:moveTo>
                <a:lnTo>
                  <a:pt x="982266" y="0"/>
                </a:lnTo>
                <a:lnTo>
                  <a:pt x="98226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8895580" y="7490554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6169957" y="4522979"/>
            <a:ext cx="1089343" cy="1047750"/>
          </a:xfrm>
          <a:custGeom>
            <a:avLst/>
            <a:gdLst/>
            <a:ahLst/>
            <a:cxnLst/>
            <a:rect l="l" t="t" r="r" b="b"/>
            <a:pathLst>
              <a:path w="1089343" h="1047750">
                <a:moveTo>
                  <a:pt x="0" y="0"/>
                </a:moveTo>
                <a:lnTo>
                  <a:pt x="1089343" y="0"/>
                </a:lnTo>
                <a:lnTo>
                  <a:pt x="1089343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2604496" y="7490554"/>
            <a:ext cx="819864" cy="1047750"/>
          </a:xfrm>
          <a:custGeom>
            <a:avLst/>
            <a:gdLst/>
            <a:ahLst/>
            <a:cxnLst/>
            <a:rect l="l" t="t" r="r" b="b"/>
            <a:pathLst>
              <a:path w="819864" h="1047750">
                <a:moveTo>
                  <a:pt x="0" y="0"/>
                </a:moveTo>
                <a:lnTo>
                  <a:pt x="819865" y="0"/>
                </a:lnTo>
                <a:lnTo>
                  <a:pt x="81986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3093302" y="7521747"/>
            <a:ext cx="931545" cy="1047750"/>
          </a:xfrm>
          <a:custGeom>
            <a:avLst/>
            <a:gdLst/>
            <a:ahLst/>
            <a:cxnLst/>
            <a:rect l="l" t="t" r="r" b="b"/>
            <a:pathLst>
              <a:path w="931545" h="1047750">
                <a:moveTo>
                  <a:pt x="0" y="0"/>
                </a:moveTo>
                <a:lnTo>
                  <a:pt x="931545" y="0"/>
                </a:lnTo>
                <a:lnTo>
                  <a:pt x="931545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7307981" y="6058209"/>
            <a:ext cx="1069133" cy="1047750"/>
          </a:xfrm>
          <a:custGeom>
            <a:avLst/>
            <a:gdLst/>
            <a:ahLst/>
            <a:cxnLst/>
            <a:rect l="l" t="t" r="r" b="b"/>
            <a:pathLst>
              <a:path w="1069133" h="1047750">
                <a:moveTo>
                  <a:pt x="0" y="0"/>
                </a:moveTo>
                <a:lnTo>
                  <a:pt x="1069133" y="0"/>
                </a:lnTo>
                <a:lnTo>
                  <a:pt x="1069133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6036072" y="4557048"/>
            <a:ext cx="1220087" cy="1047750"/>
          </a:xfrm>
          <a:custGeom>
            <a:avLst/>
            <a:gdLst/>
            <a:ahLst/>
            <a:cxnLst/>
            <a:rect l="l" t="t" r="r" b="b"/>
            <a:pathLst>
              <a:path w="1220087" h="1047750">
                <a:moveTo>
                  <a:pt x="0" y="0"/>
                </a:moveTo>
                <a:lnTo>
                  <a:pt x="1220088" y="0"/>
                </a:lnTo>
                <a:lnTo>
                  <a:pt x="122008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5631559" y="6058209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3840159" y="6058209"/>
            <a:ext cx="966549" cy="1047750"/>
          </a:xfrm>
          <a:custGeom>
            <a:avLst/>
            <a:gdLst/>
            <a:ahLst/>
            <a:cxnLst/>
            <a:rect l="l" t="t" r="r" b="b"/>
            <a:pathLst>
              <a:path w="966549" h="1047750">
                <a:moveTo>
                  <a:pt x="0" y="0"/>
                </a:moveTo>
                <a:lnTo>
                  <a:pt x="966550" y="0"/>
                </a:lnTo>
                <a:lnTo>
                  <a:pt x="9665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589930" y="4539634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1892091" y="1704188"/>
            <a:ext cx="14539901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59"/>
              </a:lnSpc>
              <a:spcBef>
                <a:spcPct val="0"/>
              </a:spcBef>
            </a:pPr>
            <a:r>
              <a:rPr lang="en-US" sz="5999" b="1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Patient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840159" y="3535515"/>
            <a:ext cx="10650263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 Light Background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8783095" y="3071646"/>
            <a:ext cx="721810" cy="181928"/>
            <a:chOff x="0" y="0"/>
            <a:chExt cx="962414" cy="24257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2570" cy="242570"/>
              <a:chOff x="0" y="0"/>
              <a:chExt cx="130677" cy="13067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56870" y="0"/>
              <a:ext cx="242570" cy="242570"/>
              <a:chOff x="0" y="0"/>
              <a:chExt cx="130677" cy="13067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19844" y="0"/>
              <a:ext cx="242570" cy="242570"/>
              <a:chOff x="0" y="0"/>
              <a:chExt cx="130677" cy="13067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589930" y="4539634"/>
            <a:ext cx="16669370" cy="3998670"/>
            <a:chOff x="0" y="0"/>
            <a:chExt cx="1747114" cy="419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47114" cy="419100"/>
            </a:xfrm>
            <a:custGeom>
              <a:avLst/>
              <a:gdLst/>
              <a:ahLst/>
              <a:cxnLst/>
              <a:rect l="l" t="t" r="r" b="b"/>
              <a:pathLst>
                <a:path w="1747114" h="419100">
                  <a:moveTo>
                    <a:pt x="9071" y="0"/>
                  </a:moveTo>
                  <a:lnTo>
                    <a:pt x="1738043" y="0"/>
                  </a:lnTo>
                  <a:cubicBezTo>
                    <a:pt x="1740449" y="0"/>
                    <a:pt x="1742756" y="956"/>
                    <a:pt x="1744457" y="2657"/>
                  </a:cubicBezTo>
                  <a:cubicBezTo>
                    <a:pt x="1746159" y="4358"/>
                    <a:pt x="1747114" y="6665"/>
                    <a:pt x="1747114" y="9071"/>
                  </a:cubicBezTo>
                  <a:lnTo>
                    <a:pt x="1747114" y="410029"/>
                  </a:lnTo>
                  <a:cubicBezTo>
                    <a:pt x="1747114" y="412435"/>
                    <a:pt x="1746159" y="414742"/>
                    <a:pt x="1744457" y="416443"/>
                  </a:cubicBezTo>
                  <a:cubicBezTo>
                    <a:pt x="1742756" y="418144"/>
                    <a:pt x="1740449" y="419100"/>
                    <a:pt x="1738043" y="419100"/>
                  </a:cubicBezTo>
                  <a:lnTo>
                    <a:pt x="9071" y="419100"/>
                  </a:lnTo>
                  <a:cubicBezTo>
                    <a:pt x="6665" y="419100"/>
                    <a:pt x="4358" y="418144"/>
                    <a:pt x="2657" y="416443"/>
                  </a:cubicBezTo>
                  <a:cubicBezTo>
                    <a:pt x="956" y="414742"/>
                    <a:pt x="0" y="412435"/>
                    <a:pt x="0" y="410029"/>
                  </a:cubicBezTo>
                  <a:lnTo>
                    <a:pt x="0" y="9071"/>
                  </a:lnTo>
                  <a:cubicBezTo>
                    <a:pt x="0" y="6665"/>
                    <a:pt x="956" y="4358"/>
                    <a:pt x="2657" y="2657"/>
                  </a:cubicBezTo>
                  <a:cubicBezTo>
                    <a:pt x="4358" y="956"/>
                    <a:pt x="6665" y="0"/>
                    <a:pt x="90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2191">
                    <a:alpha val="100000"/>
                  </a:srgbClr>
                </a:gs>
                <a:gs pos="100000">
                  <a:srgbClr val="4C005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747114" cy="485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5356420" y="7364887"/>
            <a:ext cx="858251" cy="887081"/>
          </a:xfrm>
          <a:custGeom>
            <a:avLst/>
            <a:gdLst/>
            <a:ahLst/>
            <a:cxnLst/>
            <a:rect l="l" t="t" r="r" b="b"/>
            <a:pathLst>
              <a:path w="858251" h="887081">
                <a:moveTo>
                  <a:pt x="0" y="0"/>
                </a:moveTo>
                <a:lnTo>
                  <a:pt x="858250" y="0"/>
                </a:lnTo>
                <a:lnTo>
                  <a:pt x="858250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711970" y="6125777"/>
            <a:ext cx="916879" cy="887081"/>
          </a:xfrm>
          <a:custGeom>
            <a:avLst/>
            <a:gdLst/>
            <a:ahLst/>
            <a:cxnLst/>
            <a:rect l="l" t="t" r="r" b="b"/>
            <a:pathLst>
              <a:path w="916879" h="887081">
                <a:moveTo>
                  <a:pt x="0" y="0"/>
                </a:moveTo>
                <a:lnTo>
                  <a:pt x="916879" y="0"/>
                </a:lnTo>
                <a:lnTo>
                  <a:pt x="916879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633160" y="4854815"/>
            <a:ext cx="1042092" cy="887081"/>
          </a:xfrm>
          <a:custGeom>
            <a:avLst/>
            <a:gdLst/>
            <a:ahLst/>
            <a:cxnLst/>
            <a:rect l="l" t="t" r="r" b="b"/>
            <a:pathLst>
              <a:path w="1042092" h="887081">
                <a:moveTo>
                  <a:pt x="0" y="0"/>
                </a:moveTo>
                <a:lnTo>
                  <a:pt x="1042092" y="0"/>
                </a:lnTo>
                <a:lnTo>
                  <a:pt x="1042092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243198" y="7338477"/>
            <a:ext cx="740309" cy="887081"/>
          </a:xfrm>
          <a:custGeom>
            <a:avLst/>
            <a:gdLst/>
            <a:ahLst/>
            <a:cxnLst/>
            <a:rect l="l" t="t" r="r" b="b"/>
            <a:pathLst>
              <a:path w="740309" h="887081">
                <a:moveTo>
                  <a:pt x="0" y="0"/>
                </a:moveTo>
                <a:lnTo>
                  <a:pt x="740309" y="0"/>
                </a:lnTo>
                <a:lnTo>
                  <a:pt x="740309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921524" y="4854815"/>
            <a:ext cx="857142" cy="887081"/>
          </a:xfrm>
          <a:custGeom>
            <a:avLst/>
            <a:gdLst/>
            <a:ahLst/>
            <a:cxnLst/>
            <a:rect l="l" t="t" r="r" b="b"/>
            <a:pathLst>
              <a:path w="857142" h="887081">
                <a:moveTo>
                  <a:pt x="0" y="0"/>
                </a:moveTo>
                <a:lnTo>
                  <a:pt x="857141" y="0"/>
                </a:lnTo>
                <a:lnTo>
                  <a:pt x="857141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480911" y="7338477"/>
            <a:ext cx="857511" cy="887081"/>
          </a:xfrm>
          <a:custGeom>
            <a:avLst/>
            <a:gdLst/>
            <a:ahLst/>
            <a:cxnLst/>
            <a:rect l="l" t="t" r="r" b="b"/>
            <a:pathLst>
              <a:path w="857511" h="887081">
                <a:moveTo>
                  <a:pt x="0" y="0"/>
                </a:moveTo>
                <a:lnTo>
                  <a:pt x="857511" y="0"/>
                </a:lnTo>
                <a:lnTo>
                  <a:pt x="857511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3616125" y="4840072"/>
            <a:ext cx="1080159" cy="887081"/>
          </a:xfrm>
          <a:custGeom>
            <a:avLst/>
            <a:gdLst/>
            <a:ahLst/>
            <a:cxnLst/>
            <a:rect l="l" t="t" r="r" b="b"/>
            <a:pathLst>
              <a:path w="1080159" h="887081">
                <a:moveTo>
                  <a:pt x="0" y="0"/>
                </a:moveTo>
                <a:lnTo>
                  <a:pt x="1080159" y="0"/>
                </a:lnTo>
                <a:lnTo>
                  <a:pt x="1080159" y="887080"/>
                </a:lnTo>
                <a:lnTo>
                  <a:pt x="0" y="8870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343826" y="6125777"/>
            <a:ext cx="876362" cy="887081"/>
          </a:xfrm>
          <a:custGeom>
            <a:avLst/>
            <a:gdLst/>
            <a:ahLst/>
            <a:cxnLst/>
            <a:rect l="l" t="t" r="r" b="b"/>
            <a:pathLst>
              <a:path w="876362" h="887081">
                <a:moveTo>
                  <a:pt x="0" y="0"/>
                </a:moveTo>
                <a:lnTo>
                  <a:pt x="876362" y="0"/>
                </a:lnTo>
                <a:lnTo>
                  <a:pt x="876362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3527716" y="6125777"/>
            <a:ext cx="725928" cy="887081"/>
          </a:xfrm>
          <a:custGeom>
            <a:avLst/>
            <a:gdLst/>
            <a:ahLst/>
            <a:cxnLst/>
            <a:rect l="l" t="t" r="r" b="b"/>
            <a:pathLst>
              <a:path w="725928" h="887081">
                <a:moveTo>
                  <a:pt x="0" y="0"/>
                </a:moveTo>
                <a:lnTo>
                  <a:pt x="725928" y="0"/>
                </a:lnTo>
                <a:lnTo>
                  <a:pt x="725928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422634" y="7338477"/>
            <a:ext cx="709665" cy="887081"/>
          </a:xfrm>
          <a:custGeom>
            <a:avLst/>
            <a:gdLst/>
            <a:ahLst/>
            <a:cxnLst/>
            <a:rect l="l" t="t" r="r" b="b"/>
            <a:pathLst>
              <a:path w="709665" h="887081">
                <a:moveTo>
                  <a:pt x="0" y="0"/>
                </a:moveTo>
                <a:lnTo>
                  <a:pt x="709664" y="0"/>
                </a:lnTo>
                <a:lnTo>
                  <a:pt x="709664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552353" y="4854815"/>
            <a:ext cx="936458" cy="887081"/>
          </a:xfrm>
          <a:custGeom>
            <a:avLst/>
            <a:gdLst/>
            <a:ahLst/>
            <a:cxnLst/>
            <a:rect l="l" t="t" r="r" b="b"/>
            <a:pathLst>
              <a:path w="936458" h="887081">
                <a:moveTo>
                  <a:pt x="0" y="0"/>
                </a:moveTo>
                <a:lnTo>
                  <a:pt x="936458" y="0"/>
                </a:lnTo>
                <a:lnTo>
                  <a:pt x="936458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2120631" y="6125777"/>
            <a:ext cx="1084281" cy="887081"/>
          </a:xfrm>
          <a:custGeom>
            <a:avLst/>
            <a:gdLst/>
            <a:ahLst/>
            <a:cxnLst/>
            <a:rect l="l" t="t" r="r" b="b"/>
            <a:pathLst>
              <a:path w="1084281" h="887081">
                <a:moveTo>
                  <a:pt x="0" y="0"/>
                </a:moveTo>
                <a:lnTo>
                  <a:pt x="1084281" y="0"/>
                </a:lnTo>
                <a:lnTo>
                  <a:pt x="1084281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3647848" y="6125777"/>
            <a:ext cx="1016712" cy="887081"/>
          </a:xfrm>
          <a:custGeom>
            <a:avLst/>
            <a:gdLst/>
            <a:ahLst/>
            <a:cxnLst/>
            <a:rect l="l" t="t" r="r" b="b"/>
            <a:pathLst>
              <a:path w="1016712" h="887081">
                <a:moveTo>
                  <a:pt x="0" y="0"/>
                </a:moveTo>
                <a:lnTo>
                  <a:pt x="1016712" y="0"/>
                </a:lnTo>
                <a:lnTo>
                  <a:pt x="1016712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1644926" y="7338477"/>
            <a:ext cx="542598" cy="887081"/>
          </a:xfrm>
          <a:custGeom>
            <a:avLst/>
            <a:gdLst/>
            <a:ahLst/>
            <a:cxnLst/>
            <a:rect l="l" t="t" r="r" b="b"/>
            <a:pathLst>
              <a:path w="542598" h="887081">
                <a:moveTo>
                  <a:pt x="0" y="0"/>
                </a:moveTo>
                <a:lnTo>
                  <a:pt x="542598" y="0"/>
                </a:lnTo>
                <a:lnTo>
                  <a:pt x="542598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5342005" y="6125777"/>
            <a:ext cx="887081" cy="887081"/>
          </a:xfrm>
          <a:custGeom>
            <a:avLst/>
            <a:gdLst/>
            <a:ahLst/>
            <a:cxnLst/>
            <a:rect l="l" t="t" r="r" b="b"/>
            <a:pathLst>
              <a:path w="887081" h="887081">
                <a:moveTo>
                  <a:pt x="0" y="0"/>
                </a:moveTo>
                <a:lnTo>
                  <a:pt x="887080" y="0"/>
                </a:lnTo>
                <a:lnTo>
                  <a:pt x="887080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2211378" y="4868020"/>
            <a:ext cx="807983" cy="887081"/>
          </a:xfrm>
          <a:custGeom>
            <a:avLst/>
            <a:gdLst/>
            <a:ahLst/>
            <a:cxnLst/>
            <a:rect l="l" t="t" r="r" b="b"/>
            <a:pathLst>
              <a:path w="807983" h="887081">
                <a:moveTo>
                  <a:pt x="0" y="0"/>
                </a:moveTo>
                <a:lnTo>
                  <a:pt x="807983" y="0"/>
                </a:lnTo>
                <a:lnTo>
                  <a:pt x="807983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8187059" y="4840072"/>
            <a:ext cx="887081" cy="887081"/>
          </a:xfrm>
          <a:custGeom>
            <a:avLst/>
            <a:gdLst/>
            <a:ahLst/>
            <a:cxnLst/>
            <a:rect l="l" t="t" r="r" b="b"/>
            <a:pathLst>
              <a:path w="887081" h="887081">
                <a:moveTo>
                  <a:pt x="0" y="0"/>
                </a:moveTo>
                <a:lnTo>
                  <a:pt x="887081" y="0"/>
                </a:lnTo>
                <a:lnTo>
                  <a:pt x="887081" y="887080"/>
                </a:lnTo>
                <a:lnTo>
                  <a:pt x="0" y="88708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5262479" y="4854815"/>
            <a:ext cx="950020" cy="887081"/>
          </a:xfrm>
          <a:custGeom>
            <a:avLst/>
            <a:gdLst/>
            <a:ahLst/>
            <a:cxnLst/>
            <a:rect l="l" t="t" r="r" b="b"/>
            <a:pathLst>
              <a:path w="950020" h="887081">
                <a:moveTo>
                  <a:pt x="0" y="0"/>
                </a:moveTo>
                <a:lnTo>
                  <a:pt x="950020" y="0"/>
                </a:lnTo>
                <a:lnTo>
                  <a:pt x="950020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3976201" y="7364887"/>
            <a:ext cx="1059201" cy="887081"/>
          </a:xfrm>
          <a:custGeom>
            <a:avLst/>
            <a:gdLst/>
            <a:ahLst/>
            <a:cxnLst/>
            <a:rect l="l" t="t" r="r" b="b"/>
            <a:pathLst>
              <a:path w="1059201" h="887081">
                <a:moveTo>
                  <a:pt x="0" y="0"/>
                </a:moveTo>
                <a:lnTo>
                  <a:pt x="1059201" y="0"/>
                </a:lnTo>
                <a:lnTo>
                  <a:pt x="1059201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7853295" y="7364887"/>
            <a:ext cx="777305" cy="887081"/>
          </a:xfrm>
          <a:custGeom>
            <a:avLst/>
            <a:gdLst/>
            <a:ahLst/>
            <a:cxnLst/>
            <a:rect l="l" t="t" r="r" b="b"/>
            <a:pathLst>
              <a:path w="777305" h="887081">
                <a:moveTo>
                  <a:pt x="0" y="0"/>
                </a:moveTo>
                <a:lnTo>
                  <a:pt x="777305" y="0"/>
                </a:lnTo>
                <a:lnTo>
                  <a:pt x="777305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2101497" y="6125777"/>
            <a:ext cx="831638" cy="887081"/>
          </a:xfrm>
          <a:custGeom>
            <a:avLst/>
            <a:gdLst/>
            <a:ahLst/>
            <a:cxnLst/>
            <a:rect l="l" t="t" r="r" b="b"/>
            <a:pathLst>
              <a:path w="831638" h="887081">
                <a:moveTo>
                  <a:pt x="0" y="0"/>
                </a:moveTo>
                <a:lnTo>
                  <a:pt x="831638" y="0"/>
                </a:lnTo>
                <a:lnTo>
                  <a:pt x="831638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9133501" y="7338477"/>
            <a:ext cx="887081" cy="887081"/>
          </a:xfrm>
          <a:custGeom>
            <a:avLst/>
            <a:gdLst/>
            <a:ahLst/>
            <a:cxnLst/>
            <a:rect l="l" t="t" r="r" b="b"/>
            <a:pathLst>
              <a:path w="887081" h="887081">
                <a:moveTo>
                  <a:pt x="0" y="0"/>
                </a:moveTo>
                <a:lnTo>
                  <a:pt x="887081" y="0"/>
                </a:lnTo>
                <a:lnTo>
                  <a:pt x="887081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5292375" y="4825970"/>
            <a:ext cx="922296" cy="887081"/>
          </a:xfrm>
          <a:custGeom>
            <a:avLst/>
            <a:gdLst/>
            <a:ahLst/>
            <a:cxnLst/>
            <a:rect l="l" t="t" r="r" b="b"/>
            <a:pathLst>
              <a:path w="922296" h="887081">
                <a:moveTo>
                  <a:pt x="0" y="0"/>
                </a:moveTo>
                <a:lnTo>
                  <a:pt x="922295" y="0"/>
                </a:lnTo>
                <a:lnTo>
                  <a:pt x="922295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3807135" y="7338477"/>
            <a:ext cx="694141" cy="887081"/>
          </a:xfrm>
          <a:custGeom>
            <a:avLst/>
            <a:gdLst/>
            <a:ahLst/>
            <a:cxnLst/>
            <a:rect l="l" t="t" r="r" b="b"/>
            <a:pathLst>
              <a:path w="694141" h="887081">
                <a:moveTo>
                  <a:pt x="0" y="0"/>
                </a:moveTo>
                <a:lnTo>
                  <a:pt x="694141" y="0"/>
                </a:lnTo>
                <a:lnTo>
                  <a:pt x="694141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2687515" y="7364887"/>
            <a:ext cx="788695" cy="887081"/>
          </a:xfrm>
          <a:custGeom>
            <a:avLst/>
            <a:gdLst/>
            <a:ahLst/>
            <a:cxnLst/>
            <a:rect l="l" t="t" r="r" b="b"/>
            <a:pathLst>
              <a:path w="788695" h="887081">
                <a:moveTo>
                  <a:pt x="0" y="0"/>
                </a:moveTo>
                <a:lnTo>
                  <a:pt x="788695" y="0"/>
                </a:lnTo>
                <a:lnTo>
                  <a:pt x="788695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7789355" y="6125777"/>
            <a:ext cx="905184" cy="887081"/>
          </a:xfrm>
          <a:custGeom>
            <a:avLst/>
            <a:gdLst/>
            <a:ahLst/>
            <a:cxnLst/>
            <a:rect l="l" t="t" r="r" b="b"/>
            <a:pathLst>
              <a:path w="905184" h="887081">
                <a:moveTo>
                  <a:pt x="0" y="0"/>
                </a:moveTo>
                <a:lnTo>
                  <a:pt x="905185" y="0"/>
                </a:lnTo>
                <a:lnTo>
                  <a:pt x="905185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6712490" y="4854815"/>
            <a:ext cx="1032991" cy="887081"/>
          </a:xfrm>
          <a:custGeom>
            <a:avLst/>
            <a:gdLst/>
            <a:ahLst/>
            <a:cxnLst/>
            <a:rect l="l" t="t" r="r" b="b"/>
            <a:pathLst>
              <a:path w="1032991" h="887081">
                <a:moveTo>
                  <a:pt x="0" y="0"/>
                </a:moveTo>
                <a:lnTo>
                  <a:pt x="1032990" y="0"/>
                </a:lnTo>
                <a:lnTo>
                  <a:pt x="1032990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6370007" y="6125777"/>
            <a:ext cx="887081" cy="887081"/>
          </a:xfrm>
          <a:custGeom>
            <a:avLst/>
            <a:gdLst/>
            <a:ahLst/>
            <a:cxnLst/>
            <a:rect l="l" t="t" r="r" b="b"/>
            <a:pathLst>
              <a:path w="887081" h="887081">
                <a:moveTo>
                  <a:pt x="0" y="0"/>
                </a:moveTo>
                <a:lnTo>
                  <a:pt x="887081" y="0"/>
                </a:lnTo>
                <a:lnTo>
                  <a:pt x="887081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4853313" y="6125777"/>
            <a:ext cx="818332" cy="887081"/>
          </a:xfrm>
          <a:custGeom>
            <a:avLst/>
            <a:gdLst/>
            <a:ahLst/>
            <a:cxnLst/>
            <a:rect l="l" t="t" r="r" b="b"/>
            <a:pathLst>
              <a:path w="818332" h="887081">
                <a:moveTo>
                  <a:pt x="0" y="0"/>
                </a:moveTo>
                <a:lnTo>
                  <a:pt x="818332" y="0"/>
                </a:lnTo>
                <a:lnTo>
                  <a:pt x="818332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2101497" y="4840072"/>
            <a:ext cx="887081" cy="887081"/>
          </a:xfrm>
          <a:custGeom>
            <a:avLst/>
            <a:gdLst/>
            <a:ahLst/>
            <a:cxnLst/>
            <a:rect l="l" t="t" r="r" b="b"/>
            <a:pathLst>
              <a:path w="887081" h="887081">
                <a:moveTo>
                  <a:pt x="0" y="0"/>
                </a:moveTo>
                <a:lnTo>
                  <a:pt x="887080" y="0"/>
                </a:lnTo>
                <a:lnTo>
                  <a:pt x="887080" y="887080"/>
                </a:lnTo>
                <a:lnTo>
                  <a:pt x="0" y="887080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2405704" y="7338477"/>
            <a:ext cx="887081" cy="887081"/>
          </a:xfrm>
          <a:custGeom>
            <a:avLst/>
            <a:gdLst/>
            <a:ahLst/>
            <a:cxnLst/>
            <a:rect l="l" t="t" r="r" b="b"/>
            <a:pathLst>
              <a:path w="887081" h="887081">
                <a:moveTo>
                  <a:pt x="0" y="0"/>
                </a:moveTo>
                <a:lnTo>
                  <a:pt x="887081" y="0"/>
                </a:lnTo>
                <a:lnTo>
                  <a:pt x="887081" y="887081"/>
                </a:lnTo>
                <a:lnTo>
                  <a:pt x="0" y="887081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1892091" y="1704188"/>
            <a:ext cx="14539901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59"/>
              </a:lnSpc>
              <a:spcBef>
                <a:spcPct val="0"/>
              </a:spcBef>
            </a:pPr>
            <a:r>
              <a:rPr lang="en-US" sz="5999" b="1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P</a:t>
            </a:r>
            <a:r>
              <a:rPr lang="en-US" sz="5999" b="1" u="none" strike="noStrike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atient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840159" y="3535515"/>
            <a:ext cx="10650263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 Dark Background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1968" y="6751303"/>
            <a:ext cx="877709" cy="892208"/>
          </a:xfrm>
          <a:custGeom>
            <a:avLst/>
            <a:gdLst/>
            <a:ahLst/>
            <a:cxnLst/>
            <a:rect l="l" t="t" r="r" b="b"/>
            <a:pathLst>
              <a:path w="877709" h="892208">
                <a:moveTo>
                  <a:pt x="0" y="0"/>
                </a:moveTo>
                <a:lnTo>
                  <a:pt x="877709" y="0"/>
                </a:lnTo>
                <a:lnTo>
                  <a:pt x="877709" y="892208"/>
                </a:lnTo>
                <a:lnTo>
                  <a:pt x="0" y="892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936483" y="7236835"/>
            <a:ext cx="2872470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contact@esclinical.com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36483" y="6713203"/>
            <a:ext cx="1247225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50298E"/>
                </a:solidFill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Email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67470" y="3984445"/>
            <a:ext cx="721810" cy="181928"/>
            <a:chOff x="0" y="0"/>
            <a:chExt cx="962414" cy="24257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2570" cy="242570"/>
              <a:chOff x="0" y="0"/>
              <a:chExt cx="130677" cy="1306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356870" y="0"/>
              <a:ext cx="242570" cy="242570"/>
              <a:chOff x="0" y="0"/>
              <a:chExt cx="130677" cy="13067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19844" y="0"/>
              <a:ext cx="242570" cy="242570"/>
              <a:chOff x="0" y="0"/>
              <a:chExt cx="130677" cy="13067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30677" cy="130677"/>
              </a:xfrm>
              <a:custGeom>
                <a:avLst/>
                <a:gdLst/>
                <a:ahLst/>
                <a:cxnLst/>
                <a:rect l="l" t="t" r="r" b="b"/>
                <a:pathLst>
                  <a:path w="130677" h="130677">
                    <a:moveTo>
                      <a:pt x="65339" y="0"/>
                    </a:moveTo>
                    <a:lnTo>
                      <a:pt x="65339" y="0"/>
                    </a:lnTo>
                    <a:cubicBezTo>
                      <a:pt x="82668" y="0"/>
                      <a:pt x="99287" y="6884"/>
                      <a:pt x="111540" y="19137"/>
                    </a:cubicBezTo>
                    <a:cubicBezTo>
                      <a:pt x="123794" y="31391"/>
                      <a:pt x="130677" y="48010"/>
                      <a:pt x="130677" y="65339"/>
                    </a:cubicBezTo>
                    <a:lnTo>
                      <a:pt x="130677" y="65339"/>
                    </a:lnTo>
                    <a:cubicBezTo>
                      <a:pt x="130677" y="82668"/>
                      <a:pt x="123794" y="99287"/>
                      <a:pt x="111540" y="111540"/>
                    </a:cubicBezTo>
                    <a:cubicBezTo>
                      <a:pt x="99287" y="123794"/>
                      <a:pt x="82668" y="130677"/>
                      <a:pt x="65339" y="130677"/>
                    </a:cubicBezTo>
                    <a:lnTo>
                      <a:pt x="65339" y="130677"/>
                    </a:lnTo>
                    <a:cubicBezTo>
                      <a:pt x="48010" y="130677"/>
                      <a:pt x="31391" y="123794"/>
                      <a:pt x="19137" y="111540"/>
                    </a:cubicBezTo>
                    <a:cubicBezTo>
                      <a:pt x="6884" y="99287"/>
                      <a:pt x="0" y="82668"/>
                      <a:pt x="0" y="65339"/>
                    </a:cubicBezTo>
                    <a:lnTo>
                      <a:pt x="0" y="65339"/>
                    </a:lnTo>
                    <a:cubicBezTo>
                      <a:pt x="0" y="48010"/>
                      <a:pt x="6884" y="31391"/>
                      <a:pt x="19137" y="19137"/>
                    </a:cubicBezTo>
                    <a:cubicBezTo>
                      <a:pt x="31391" y="6884"/>
                      <a:pt x="48010" y="0"/>
                      <a:pt x="65339" y="0"/>
                    </a:cubicBezTo>
                    <a:close/>
                  </a:path>
                </a:pathLst>
              </a:custGeom>
              <a:solidFill>
                <a:srgbClr val="7F2191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130677" cy="149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"/>
                  </a:lnSpc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1481968" y="8366092"/>
            <a:ext cx="877253" cy="892492"/>
            <a:chOff x="0" y="0"/>
            <a:chExt cx="231046" cy="2350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1046" cy="235060"/>
            </a:xfrm>
            <a:custGeom>
              <a:avLst/>
              <a:gdLst/>
              <a:ahLst/>
              <a:cxnLst/>
              <a:rect l="l" t="t" r="r" b="b"/>
              <a:pathLst>
                <a:path w="231046" h="235060">
                  <a:moveTo>
                    <a:pt x="114727" y="0"/>
                  </a:moveTo>
                  <a:lnTo>
                    <a:pt x="116318" y="0"/>
                  </a:lnTo>
                  <a:cubicBezTo>
                    <a:pt x="179681" y="0"/>
                    <a:pt x="231046" y="51365"/>
                    <a:pt x="231046" y="114727"/>
                  </a:cubicBezTo>
                  <a:lnTo>
                    <a:pt x="231046" y="120332"/>
                  </a:lnTo>
                  <a:cubicBezTo>
                    <a:pt x="231046" y="150760"/>
                    <a:pt x="218959" y="179941"/>
                    <a:pt x="197443" y="201457"/>
                  </a:cubicBezTo>
                  <a:cubicBezTo>
                    <a:pt x="175927" y="222972"/>
                    <a:pt x="146746" y="235060"/>
                    <a:pt x="116318" y="235060"/>
                  </a:cubicBezTo>
                  <a:lnTo>
                    <a:pt x="114727" y="235060"/>
                  </a:lnTo>
                  <a:cubicBezTo>
                    <a:pt x="51365" y="235060"/>
                    <a:pt x="0" y="183695"/>
                    <a:pt x="0" y="120332"/>
                  </a:cubicBezTo>
                  <a:lnTo>
                    <a:pt x="0" y="114727"/>
                  </a:lnTo>
                  <a:cubicBezTo>
                    <a:pt x="0" y="51365"/>
                    <a:pt x="51365" y="0"/>
                    <a:pt x="114727" y="0"/>
                  </a:cubicBezTo>
                  <a:close/>
                </a:path>
              </a:pathLst>
            </a:custGeom>
            <a:solidFill>
              <a:srgbClr val="7F2191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231046" cy="30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723111" y="8553418"/>
            <a:ext cx="394967" cy="564239"/>
          </a:xfrm>
          <a:custGeom>
            <a:avLst/>
            <a:gdLst/>
            <a:ahLst/>
            <a:cxnLst/>
            <a:rect l="l" t="t" r="r" b="b"/>
            <a:pathLst>
              <a:path w="394967" h="564239">
                <a:moveTo>
                  <a:pt x="0" y="0"/>
                </a:moveTo>
                <a:lnTo>
                  <a:pt x="394967" y="0"/>
                </a:lnTo>
                <a:lnTo>
                  <a:pt x="394967" y="564238"/>
                </a:lnTo>
                <a:lnTo>
                  <a:pt x="0" y="564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9731558" y="8366092"/>
            <a:ext cx="877253" cy="892492"/>
            <a:chOff x="0" y="0"/>
            <a:chExt cx="231046" cy="2350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1046" cy="235060"/>
            </a:xfrm>
            <a:custGeom>
              <a:avLst/>
              <a:gdLst/>
              <a:ahLst/>
              <a:cxnLst/>
              <a:rect l="l" t="t" r="r" b="b"/>
              <a:pathLst>
                <a:path w="231046" h="235060">
                  <a:moveTo>
                    <a:pt x="114727" y="0"/>
                  </a:moveTo>
                  <a:lnTo>
                    <a:pt x="116318" y="0"/>
                  </a:lnTo>
                  <a:cubicBezTo>
                    <a:pt x="179681" y="0"/>
                    <a:pt x="231046" y="51365"/>
                    <a:pt x="231046" y="114727"/>
                  </a:cubicBezTo>
                  <a:lnTo>
                    <a:pt x="231046" y="120332"/>
                  </a:lnTo>
                  <a:cubicBezTo>
                    <a:pt x="231046" y="150760"/>
                    <a:pt x="218959" y="179941"/>
                    <a:pt x="197443" y="201457"/>
                  </a:cubicBezTo>
                  <a:cubicBezTo>
                    <a:pt x="175927" y="222972"/>
                    <a:pt x="146746" y="235060"/>
                    <a:pt x="116318" y="235060"/>
                  </a:cubicBezTo>
                  <a:lnTo>
                    <a:pt x="114727" y="235060"/>
                  </a:lnTo>
                  <a:cubicBezTo>
                    <a:pt x="51365" y="235060"/>
                    <a:pt x="0" y="183695"/>
                    <a:pt x="0" y="120332"/>
                  </a:cubicBezTo>
                  <a:lnTo>
                    <a:pt x="0" y="114727"/>
                  </a:lnTo>
                  <a:cubicBezTo>
                    <a:pt x="0" y="51365"/>
                    <a:pt x="51365" y="0"/>
                    <a:pt x="114727" y="0"/>
                  </a:cubicBezTo>
                  <a:close/>
                </a:path>
              </a:pathLst>
            </a:custGeom>
            <a:solidFill>
              <a:srgbClr val="7F219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231046" cy="30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9890815" y="8532969"/>
            <a:ext cx="558740" cy="558740"/>
          </a:xfrm>
          <a:custGeom>
            <a:avLst/>
            <a:gdLst/>
            <a:ahLst/>
            <a:cxnLst/>
            <a:rect l="l" t="t" r="r" b="b"/>
            <a:pathLst>
              <a:path w="558740" h="558740">
                <a:moveTo>
                  <a:pt x="0" y="0"/>
                </a:moveTo>
                <a:lnTo>
                  <a:pt x="558740" y="0"/>
                </a:lnTo>
                <a:lnTo>
                  <a:pt x="558740" y="558740"/>
                </a:lnTo>
                <a:lnTo>
                  <a:pt x="0" y="558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0936483" y="8851624"/>
            <a:ext cx="3653320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esclinical</a:t>
            </a:r>
            <a:r>
              <a:rPr lang="en-US" sz="2000" u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.com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72394" y="7236835"/>
            <a:ext cx="2576154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+213 20 33 91 20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72394" y="6713203"/>
            <a:ext cx="1735809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50298E"/>
                </a:solidFill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Phone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72394" y="8847831"/>
            <a:ext cx="6089344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76, Coop Mina Benhaddadi Dar Diaf Chéraga, Alger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662869" y="8324199"/>
            <a:ext cx="1735809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50298E"/>
                </a:solidFill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Adress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36483" y="8327992"/>
            <a:ext cx="1735809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50298E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Website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94833" y="2238389"/>
            <a:ext cx="7366905" cy="1515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90"/>
              </a:lnSpc>
            </a:pPr>
            <a:r>
              <a:rPr lang="en-US" sz="9519" b="1">
                <a:solidFill>
                  <a:srgbClr val="50298E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Need Help?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67470" y="4498332"/>
            <a:ext cx="6800362" cy="752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For any questions or requests regarding the use of this icon pack, please feel free to contact us.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731558" y="6751303"/>
            <a:ext cx="877253" cy="892492"/>
            <a:chOff x="0" y="0"/>
            <a:chExt cx="231046" cy="2350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31046" cy="235060"/>
            </a:xfrm>
            <a:custGeom>
              <a:avLst/>
              <a:gdLst/>
              <a:ahLst/>
              <a:cxnLst/>
              <a:rect l="l" t="t" r="r" b="b"/>
              <a:pathLst>
                <a:path w="231046" h="235060">
                  <a:moveTo>
                    <a:pt x="114727" y="0"/>
                  </a:moveTo>
                  <a:lnTo>
                    <a:pt x="116318" y="0"/>
                  </a:lnTo>
                  <a:cubicBezTo>
                    <a:pt x="179681" y="0"/>
                    <a:pt x="231046" y="51365"/>
                    <a:pt x="231046" y="114727"/>
                  </a:cubicBezTo>
                  <a:lnTo>
                    <a:pt x="231046" y="120332"/>
                  </a:lnTo>
                  <a:cubicBezTo>
                    <a:pt x="231046" y="150760"/>
                    <a:pt x="218959" y="179941"/>
                    <a:pt x="197443" y="201457"/>
                  </a:cubicBezTo>
                  <a:cubicBezTo>
                    <a:pt x="175927" y="222972"/>
                    <a:pt x="146746" y="235060"/>
                    <a:pt x="116318" y="235060"/>
                  </a:cubicBezTo>
                  <a:lnTo>
                    <a:pt x="114727" y="235060"/>
                  </a:lnTo>
                  <a:cubicBezTo>
                    <a:pt x="51365" y="235060"/>
                    <a:pt x="0" y="183695"/>
                    <a:pt x="0" y="120332"/>
                  </a:cubicBezTo>
                  <a:lnTo>
                    <a:pt x="0" y="114727"/>
                  </a:lnTo>
                  <a:cubicBezTo>
                    <a:pt x="0" y="51365"/>
                    <a:pt x="51365" y="0"/>
                    <a:pt x="114727" y="0"/>
                  </a:cubicBezTo>
                  <a:close/>
                </a:path>
              </a:pathLst>
            </a:custGeom>
            <a:solidFill>
              <a:srgbClr val="7F2191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231046" cy="30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9878424" y="7006967"/>
            <a:ext cx="583521" cy="380880"/>
          </a:xfrm>
          <a:custGeom>
            <a:avLst/>
            <a:gdLst/>
            <a:ahLst/>
            <a:cxnLst/>
            <a:rect l="l" t="t" r="r" b="b"/>
            <a:pathLst>
              <a:path w="583521" h="380880">
                <a:moveTo>
                  <a:pt x="0" y="0"/>
                </a:moveTo>
                <a:lnTo>
                  <a:pt x="583521" y="0"/>
                </a:lnTo>
                <a:lnTo>
                  <a:pt x="583521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40" name="Graphique 39">
            <a:extLst>
              <a:ext uri="{FF2B5EF4-FFF2-40B4-BE49-F238E27FC236}">
                <a16:creationId xmlns:a16="http://schemas.microsoft.com/office/drawing/2014/main" id="{8D798C82-DF49-A1E8-FD9F-F89D2BD206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436211" y="1063902"/>
            <a:ext cx="4950728" cy="1256640"/>
          </a:xfrm>
          <a:prstGeom prst="rect">
            <a:avLst/>
          </a:pr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6F7DE0C5-14C9-BC1F-749F-4618F014A13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440376">
            <a:off x="15378548" y="7110847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185</Words>
  <Application>Microsoft Office PowerPoint</Application>
  <PresentationFormat>Personnalisé</PresentationFormat>
  <Paragraphs>40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3" baseType="lpstr">
      <vt:lpstr>Libre Franklin</vt:lpstr>
      <vt:lpstr>Calibri</vt:lpstr>
      <vt:lpstr>Libre Franklin Medium</vt:lpstr>
      <vt:lpstr>Akzidenz-Grotesk</vt:lpstr>
      <vt:lpstr>Akzidenz-Grotesk Medium</vt:lpstr>
      <vt:lpstr>Arial</vt:lpstr>
      <vt:lpstr>Libre Franklin Bold</vt:lpstr>
      <vt:lpstr>Libre Franklin Semi-Bold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d’icônes</dc:title>
  <dc:creator>DABC</dc:creator>
  <cp:lastModifiedBy>DABC</cp:lastModifiedBy>
  <cp:revision>2</cp:revision>
  <dcterms:created xsi:type="dcterms:W3CDTF">2006-08-16T00:00:00Z</dcterms:created>
  <dcterms:modified xsi:type="dcterms:W3CDTF">2026-08-05T13:35:08Z</dcterms:modified>
  <dc:identifier>DAG7hOX7YJ0</dc:identifier>
</cp:coreProperties>
</file>